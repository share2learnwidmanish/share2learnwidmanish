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64" r:id="rId5"/>
    <p:sldId id="257" r:id="rId6"/>
    <p:sldId id="258" r:id="rId7"/>
    <p:sldId id="260" r:id="rId8"/>
    <p:sldId id="263" r:id="rId9"/>
    <p:sldId id="262" r:id="rId10"/>
    <p:sldId id="278" r:id="rId11"/>
    <p:sldId id="274" r:id="rId12"/>
    <p:sldId id="272" r:id="rId13"/>
    <p:sldId id="276" r:id="rId14"/>
    <p:sldId id="277" r:id="rId15"/>
    <p:sldId id="266" r:id="rId16"/>
    <p:sldId id="267" r:id="rId17"/>
    <p:sldId id="268" r:id="rId18"/>
    <p:sldId id="271" r:id="rId19"/>
    <p:sldId id="269" r:id="rId20"/>
    <p:sldId id="270" r:id="rId21"/>
    <p:sldId id="273"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25" autoAdjust="0"/>
    <p:restoredTop sz="94660"/>
  </p:normalViewPr>
  <p:slideViewPr>
    <p:cSldViewPr snapToGrid="0">
      <p:cViewPr varScale="1">
        <p:scale>
          <a:sx n="102" d="100"/>
          <a:sy n="102" d="100"/>
        </p:scale>
        <p:origin x="780" y="31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s>
</file>

<file path=ppt/diagrams/_rels/data3.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image" Target="../media/image31.svg"/><Relationship Id="rId1" Type="http://schemas.openxmlformats.org/officeDocument/2006/relationships/image" Target="../media/image30.png"/><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3.svg"/></Relationships>
</file>

<file path=ppt/diagrams/_rels/drawing3.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image" Target="../media/image31.svg"/><Relationship Id="rId1" Type="http://schemas.openxmlformats.org/officeDocument/2006/relationships/image" Target="../media/image30.png"/><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3.svg"/></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3B8667EF-5E0D-4827-BD75-A559BD8944DC}" type="doc">
      <dgm:prSet loTypeId="urn:microsoft.com/office/officeart/2016/7/layout/HexagonTimeline" loCatId="process" qsTypeId="urn:microsoft.com/office/officeart/2005/8/quickstyle/simple1" qsCatId="simple" csTypeId="urn:microsoft.com/office/officeart/2005/8/colors/accent6_2" csCatId="accent6" phldr="1"/>
      <dgm:spPr/>
      <dgm:t>
        <a:bodyPr/>
        <a:lstStyle/>
        <a:p>
          <a:endParaRPr lang="en-US"/>
        </a:p>
      </dgm:t>
    </dgm:pt>
    <dgm:pt modelId="{C1B212BC-7413-4E08-BE1B-B1AA742FE674}">
      <dgm:prSet custT="1"/>
      <dgm:spPr/>
      <dgm:t>
        <a:bodyPr/>
        <a:lstStyle/>
        <a:p>
          <a:r>
            <a:rPr lang="en-US" sz="1600"/>
            <a:t>2023</a:t>
          </a:r>
        </a:p>
        <a:p>
          <a:r>
            <a:rPr lang="en-US" sz="1600"/>
            <a:t>-- Q3</a:t>
          </a:r>
        </a:p>
      </dgm:t>
    </dgm:pt>
    <dgm:pt modelId="{919173B2-2C02-4774-8790-F469D6B35B25}" type="parTrans" cxnId="{C6D43C1C-5EEB-4AE2-94BE-D699F436951A}">
      <dgm:prSet/>
      <dgm:spPr/>
      <dgm:t>
        <a:bodyPr/>
        <a:lstStyle/>
        <a:p>
          <a:endParaRPr lang="en-US" sz="1600"/>
        </a:p>
      </dgm:t>
    </dgm:pt>
    <dgm:pt modelId="{56F854E8-7E49-49DC-8AC6-FBA7DEE06271}" type="sibTrans" cxnId="{C6D43C1C-5EEB-4AE2-94BE-D699F436951A}">
      <dgm:prSet/>
      <dgm:spPr/>
      <dgm:t>
        <a:bodyPr/>
        <a:lstStyle/>
        <a:p>
          <a:endParaRPr lang="en-US" sz="1600"/>
        </a:p>
      </dgm:t>
    </dgm:pt>
    <dgm:pt modelId="{1B99D5F2-F118-4A3C-84E3-9394EAB6A6B2}">
      <dgm:prSet custT="1"/>
      <dgm:spPr/>
      <dgm:t>
        <a:bodyPr/>
        <a:lstStyle/>
        <a:p>
          <a:r>
            <a:rPr lang="en-US" sz="1600" dirty="0"/>
            <a:t>11-month ML  program from</a:t>
          </a:r>
        </a:p>
        <a:p>
          <a:r>
            <a:rPr lang="en-US" sz="1600" dirty="0"/>
            <a:t> IIT Roorkee</a:t>
          </a:r>
        </a:p>
      </dgm:t>
    </dgm:pt>
    <dgm:pt modelId="{5FEAB90A-6825-472A-A07C-2941670608DE}" type="parTrans" cxnId="{068CF093-B881-48B8-A1A0-BAAD885243C3}">
      <dgm:prSet/>
      <dgm:spPr/>
      <dgm:t>
        <a:bodyPr/>
        <a:lstStyle/>
        <a:p>
          <a:endParaRPr lang="en-US" sz="1600"/>
        </a:p>
      </dgm:t>
    </dgm:pt>
    <dgm:pt modelId="{E73392ED-04FC-4CD5-B1B4-25E6652DE6C1}" type="sibTrans" cxnId="{068CF093-B881-48B8-A1A0-BAAD885243C3}">
      <dgm:prSet/>
      <dgm:spPr/>
      <dgm:t>
        <a:bodyPr/>
        <a:lstStyle/>
        <a:p>
          <a:endParaRPr lang="en-US" sz="1600"/>
        </a:p>
      </dgm:t>
    </dgm:pt>
    <dgm:pt modelId="{9BE160A2-55B4-404F-8EDB-09630EDAD884}">
      <dgm:prSet custT="1"/>
      <dgm:spPr/>
      <dgm:t>
        <a:bodyPr/>
        <a:lstStyle/>
        <a:p>
          <a:r>
            <a:rPr lang="en-US" sz="1600"/>
            <a:t>2023 – Q4</a:t>
          </a:r>
        </a:p>
      </dgm:t>
    </dgm:pt>
    <dgm:pt modelId="{08D2735B-85F2-4325-9EF8-E9ECFF3688F9}" type="parTrans" cxnId="{3B127928-A8AD-4F70-90D8-0BCE9615CDD2}">
      <dgm:prSet/>
      <dgm:spPr/>
      <dgm:t>
        <a:bodyPr/>
        <a:lstStyle/>
        <a:p>
          <a:endParaRPr lang="en-US" sz="1600"/>
        </a:p>
      </dgm:t>
    </dgm:pt>
    <dgm:pt modelId="{067CEA3C-3A4B-41F8-992A-3B2E5079EE4A}" type="sibTrans" cxnId="{3B127928-A8AD-4F70-90D8-0BCE9615CDD2}">
      <dgm:prSet/>
      <dgm:spPr/>
      <dgm:t>
        <a:bodyPr/>
        <a:lstStyle/>
        <a:p>
          <a:endParaRPr lang="en-US" sz="1600"/>
        </a:p>
      </dgm:t>
    </dgm:pt>
    <dgm:pt modelId="{120C7CFC-9A7E-466C-80D9-C6CE15519588}">
      <dgm:prSet custT="1"/>
      <dgm:spPr/>
      <dgm:t>
        <a:bodyPr/>
        <a:lstStyle/>
        <a:p>
          <a:r>
            <a:rPr lang="en-US" sz="1600" dirty="0"/>
            <a:t>ML Project within organization to identify “fragile” fixes</a:t>
          </a:r>
        </a:p>
      </dgm:t>
    </dgm:pt>
    <dgm:pt modelId="{BACC0AEC-9A9B-4045-933D-2635D545BF37}" type="parTrans" cxnId="{33953371-9F2F-421D-8F42-0E5C445E1ED8}">
      <dgm:prSet/>
      <dgm:spPr/>
      <dgm:t>
        <a:bodyPr/>
        <a:lstStyle/>
        <a:p>
          <a:endParaRPr lang="en-US" sz="1600"/>
        </a:p>
      </dgm:t>
    </dgm:pt>
    <dgm:pt modelId="{FCCF65A9-40DA-4646-A6E8-7051AADD5201}" type="sibTrans" cxnId="{33953371-9F2F-421D-8F42-0E5C445E1ED8}">
      <dgm:prSet/>
      <dgm:spPr/>
      <dgm:t>
        <a:bodyPr/>
        <a:lstStyle/>
        <a:p>
          <a:endParaRPr lang="en-US" sz="1600"/>
        </a:p>
      </dgm:t>
    </dgm:pt>
    <dgm:pt modelId="{BE4512AC-F7F5-482D-93E3-6A9E73C8FE0A}">
      <dgm:prSet custT="1"/>
      <dgm:spPr/>
      <dgm:t>
        <a:bodyPr/>
        <a:lstStyle/>
        <a:p>
          <a:r>
            <a:rPr lang="en-US" sz="1600"/>
            <a:t>2024 – Q1</a:t>
          </a:r>
        </a:p>
      </dgm:t>
    </dgm:pt>
    <dgm:pt modelId="{86426E4A-2037-4018-BC23-4CC13170F577}" type="parTrans" cxnId="{3B4E689F-D4BE-4AE2-8DBD-DE87660DADB4}">
      <dgm:prSet/>
      <dgm:spPr/>
      <dgm:t>
        <a:bodyPr/>
        <a:lstStyle/>
        <a:p>
          <a:endParaRPr lang="en-US" sz="1600"/>
        </a:p>
      </dgm:t>
    </dgm:pt>
    <dgm:pt modelId="{F37943B5-945F-41A3-923E-E6BCD3A8EF4A}" type="sibTrans" cxnId="{3B4E689F-D4BE-4AE2-8DBD-DE87660DADB4}">
      <dgm:prSet/>
      <dgm:spPr/>
      <dgm:t>
        <a:bodyPr/>
        <a:lstStyle/>
        <a:p>
          <a:endParaRPr lang="en-US" sz="1600"/>
        </a:p>
      </dgm:t>
    </dgm:pt>
    <dgm:pt modelId="{46F86EDA-0863-4303-926D-59FBC26165EA}">
      <dgm:prSet custT="1"/>
      <dgm:spPr/>
      <dgm:t>
        <a:bodyPr/>
        <a:lstStyle/>
        <a:p>
          <a:r>
            <a:rPr lang="en-US" sz="1600" dirty="0"/>
            <a:t>MSFT Co-pilot “pilot” and evaluation</a:t>
          </a:r>
        </a:p>
      </dgm:t>
    </dgm:pt>
    <dgm:pt modelId="{E1AF0430-FFB6-435B-9D50-2EFDA7012801}" type="parTrans" cxnId="{4CB6B6ED-9BD6-4798-A982-A53600564E3B}">
      <dgm:prSet/>
      <dgm:spPr/>
      <dgm:t>
        <a:bodyPr/>
        <a:lstStyle/>
        <a:p>
          <a:endParaRPr lang="en-US" sz="1600"/>
        </a:p>
      </dgm:t>
    </dgm:pt>
    <dgm:pt modelId="{1F8B0353-5E44-4922-A98B-4ADFA276B887}" type="sibTrans" cxnId="{4CB6B6ED-9BD6-4798-A982-A53600564E3B}">
      <dgm:prSet/>
      <dgm:spPr/>
      <dgm:t>
        <a:bodyPr/>
        <a:lstStyle/>
        <a:p>
          <a:endParaRPr lang="en-US" sz="1600"/>
        </a:p>
      </dgm:t>
    </dgm:pt>
    <dgm:pt modelId="{8E67D94C-AE65-420A-96F3-BFCC973FE15A}">
      <dgm:prSet custT="1"/>
      <dgm:spPr/>
      <dgm:t>
        <a:bodyPr/>
        <a:lstStyle/>
        <a:p>
          <a:r>
            <a:rPr lang="en-US" sz="1600"/>
            <a:t>2025 – Q2</a:t>
          </a:r>
        </a:p>
      </dgm:t>
    </dgm:pt>
    <dgm:pt modelId="{22C25AD5-A865-4A3C-A8A8-3FEB478E4796}" type="parTrans" cxnId="{FF67336A-0BA3-4C8D-A6FF-D462F534DCC4}">
      <dgm:prSet/>
      <dgm:spPr/>
      <dgm:t>
        <a:bodyPr/>
        <a:lstStyle/>
        <a:p>
          <a:endParaRPr lang="en-US" sz="1600"/>
        </a:p>
      </dgm:t>
    </dgm:pt>
    <dgm:pt modelId="{B2352866-5927-4A3C-A60B-DDBC8D753013}" type="sibTrans" cxnId="{FF67336A-0BA3-4C8D-A6FF-D462F534DCC4}">
      <dgm:prSet/>
      <dgm:spPr/>
      <dgm:t>
        <a:bodyPr/>
        <a:lstStyle/>
        <a:p>
          <a:endParaRPr lang="en-US" sz="1600"/>
        </a:p>
      </dgm:t>
    </dgm:pt>
    <dgm:pt modelId="{28C749DE-951C-4483-9E86-5BB7C94076A7}">
      <dgm:prSet custT="1"/>
      <dgm:spPr/>
      <dgm:t>
        <a:bodyPr/>
        <a:lstStyle/>
        <a:p>
          <a:r>
            <a:rPr lang="en-US" sz="1600" dirty="0"/>
            <a:t>RAG based Chatbot (for field queries) - </a:t>
          </a:r>
          <a:r>
            <a:rPr lang="en-US" sz="1600" dirty="0">
              <a:highlight>
                <a:srgbClr val="FFFF00"/>
              </a:highlight>
            </a:rPr>
            <a:t>Search</a:t>
          </a:r>
        </a:p>
      </dgm:t>
    </dgm:pt>
    <dgm:pt modelId="{F1D5FA14-47D7-4AF4-BE64-AC2B5C095A86}" type="parTrans" cxnId="{424414D7-73C5-4F61-ACD3-BC38991E6642}">
      <dgm:prSet/>
      <dgm:spPr/>
      <dgm:t>
        <a:bodyPr/>
        <a:lstStyle/>
        <a:p>
          <a:endParaRPr lang="en-US" sz="1600"/>
        </a:p>
      </dgm:t>
    </dgm:pt>
    <dgm:pt modelId="{1C5A7D9B-354B-4519-8CDE-612A28DED34F}" type="sibTrans" cxnId="{424414D7-73C5-4F61-ACD3-BC38991E6642}">
      <dgm:prSet/>
      <dgm:spPr/>
      <dgm:t>
        <a:bodyPr/>
        <a:lstStyle/>
        <a:p>
          <a:endParaRPr lang="en-US" sz="1600"/>
        </a:p>
      </dgm:t>
    </dgm:pt>
    <dgm:pt modelId="{BBAC3A08-7BBC-4F80-9672-99D5EDD31870}">
      <dgm:prSet custT="1"/>
      <dgm:spPr/>
      <dgm:t>
        <a:bodyPr/>
        <a:lstStyle/>
        <a:p>
          <a:r>
            <a:rPr lang="en-US" sz="1600"/>
            <a:t>2025 – Q2</a:t>
          </a:r>
        </a:p>
      </dgm:t>
    </dgm:pt>
    <dgm:pt modelId="{94D71A2D-10E4-4527-91FB-C092FF2A908B}" type="parTrans" cxnId="{1DDEF046-BDF9-41D3-9517-4FE54E218A6F}">
      <dgm:prSet/>
      <dgm:spPr/>
      <dgm:t>
        <a:bodyPr/>
        <a:lstStyle/>
        <a:p>
          <a:endParaRPr lang="en-US" sz="1600"/>
        </a:p>
      </dgm:t>
    </dgm:pt>
    <dgm:pt modelId="{D8CF7EA0-DD33-451C-B87B-C72E33FB84E0}" type="sibTrans" cxnId="{1DDEF046-BDF9-41D3-9517-4FE54E218A6F}">
      <dgm:prSet/>
      <dgm:spPr/>
      <dgm:t>
        <a:bodyPr/>
        <a:lstStyle/>
        <a:p>
          <a:endParaRPr lang="en-US" sz="1600"/>
        </a:p>
      </dgm:t>
    </dgm:pt>
    <dgm:pt modelId="{B605F785-C644-41A9-A071-D6B208AE51D4}">
      <dgm:prSet custT="1"/>
      <dgm:spPr/>
      <dgm:t>
        <a:bodyPr/>
        <a:lstStyle/>
        <a:p>
          <a:r>
            <a:rPr lang="en-US" sz="1600" dirty="0"/>
            <a:t>Integration of chatbot with MS Teams – </a:t>
          </a:r>
          <a:r>
            <a:rPr lang="en-US" sz="1600" dirty="0">
              <a:highlight>
                <a:srgbClr val="FFFF00"/>
              </a:highlight>
            </a:rPr>
            <a:t>Search</a:t>
          </a:r>
          <a:endParaRPr lang="en-US" sz="1600" dirty="0"/>
        </a:p>
      </dgm:t>
    </dgm:pt>
    <dgm:pt modelId="{05D474D9-0854-43EE-9C86-72901394C8D9}" type="parTrans" cxnId="{DC962A13-7949-45CF-9F0A-92E7B23236DA}">
      <dgm:prSet/>
      <dgm:spPr/>
      <dgm:t>
        <a:bodyPr/>
        <a:lstStyle/>
        <a:p>
          <a:endParaRPr lang="en-US" sz="1600"/>
        </a:p>
      </dgm:t>
    </dgm:pt>
    <dgm:pt modelId="{8D3EF224-FE80-4119-BE52-7B216DAFF38B}" type="sibTrans" cxnId="{DC962A13-7949-45CF-9F0A-92E7B23236DA}">
      <dgm:prSet/>
      <dgm:spPr/>
      <dgm:t>
        <a:bodyPr/>
        <a:lstStyle/>
        <a:p>
          <a:endParaRPr lang="en-US" sz="1600"/>
        </a:p>
      </dgm:t>
    </dgm:pt>
    <dgm:pt modelId="{C5343A54-E982-4A26-9A91-E270CFC0EB57}">
      <dgm:prSet custT="1"/>
      <dgm:spPr/>
      <dgm:t>
        <a:bodyPr/>
        <a:lstStyle/>
        <a:p>
          <a:r>
            <a:rPr lang="en-US" sz="1600"/>
            <a:t>2025- Q4</a:t>
          </a:r>
        </a:p>
      </dgm:t>
    </dgm:pt>
    <dgm:pt modelId="{30A5D64B-F569-443B-8C34-1967052F1130}" type="parTrans" cxnId="{88580E0F-1F7D-439A-B0AB-B8F75C2F0AE0}">
      <dgm:prSet/>
      <dgm:spPr/>
      <dgm:t>
        <a:bodyPr/>
        <a:lstStyle/>
        <a:p>
          <a:endParaRPr lang="en-US" sz="1600"/>
        </a:p>
      </dgm:t>
    </dgm:pt>
    <dgm:pt modelId="{45626D6D-40E5-433E-A47B-B896537013E6}" type="sibTrans" cxnId="{88580E0F-1F7D-439A-B0AB-B8F75C2F0AE0}">
      <dgm:prSet/>
      <dgm:spPr/>
      <dgm:t>
        <a:bodyPr/>
        <a:lstStyle/>
        <a:p>
          <a:endParaRPr lang="en-US" sz="1600"/>
        </a:p>
      </dgm:t>
    </dgm:pt>
    <dgm:pt modelId="{2F0FE493-EAAA-48E8-8AF6-6E2B6DE887B9}">
      <dgm:prSet custT="1"/>
      <dgm:spPr/>
      <dgm:t>
        <a:bodyPr/>
        <a:lstStyle/>
        <a:p>
          <a:r>
            <a:rPr lang="en-US" sz="1600" dirty="0">
              <a:highlight>
                <a:srgbClr val="FFFF00"/>
              </a:highlight>
            </a:rPr>
            <a:t>Knowledge creation </a:t>
          </a:r>
          <a:r>
            <a:rPr lang="en-US" sz="1600" dirty="0"/>
            <a:t>– Technical documentation</a:t>
          </a:r>
        </a:p>
      </dgm:t>
    </dgm:pt>
    <dgm:pt modelId="{EF73887C-5B78-4F8F-8D0A-7B446057CCBD}" type="parTrans" cxnId="{215EF553-9348-4EA7-8D90-ECED390C6329}">
      <dgm:prSet/>
      <dgm:spPr/>
      <dgm:t>
        <a:bodyPr/>
        <a:lstStyle/>
        <a:p>
          <a:endParaRPr lang="en-US" sz="1600"/>
        </a:p>
      </dgm:t>
    </dgm:pt>
    <dgm:pt modelId="{5769E149-9688-4527-BC1E-E4EA43906B45}" type="sibTrans" cxnId="{215EF553-9348-4EA7-8D90-ECED390C6329}">
      <dgm:prSet/>
      <dgm:spPr/>
      <dgm:t>
        <a:bodyPr/>
        <a:lstStyle/>
        <a:p>
          <a:endParaRPr lang="en-US" sz="1600"/>
        </a:p>
      </dgm:t>
    </dgm:pt>
    <dgm:pt modelId="{A75F81B2-ABAD-4832-8D5A-4A5ABD4B6AA6}">
      <dgm:prSet custT="1"/>
      <dgm:spPr/>
      <dgm:t>
        <a:bodyPr/>
        <a:lstStyle/>
        <a:p>
          <a:r>
            <a:rPr lang="en-US" sz="1600" dirty="0"/>
            <a:t>2026</a:t>
          </a:r>
        </a:p>
      </dgm:t>
    </dgm:pt>
    <dgm:pt modelId="{F74814DB-9CF1-44E7-85AC-2DF5DE166007}" type="parTrans" cxnId="{FE9F6328-6634-4DF1-9DCE-1451F082CA3A}">
      <dgm:prSet/>
      <dgm:spPr/>
      <dgm:t>
        <a:bodyPr/>
        <a:lstStyle/>
        <a:p>
          <a:endParaRPr lang="en-US"/>
        </a:p>
      </dgm:t>
    </dgm:pt>
    <dgm:pt modelId="{FC4189AE-6F54-47FF-87FA-E0B3A2D5DBC8}" type="sibTrans" cxnId="{FE9F6328-6634-4DF1-9DCE-1451F082CA3A}">
      <dgm:prSet/>
      <dgm:spPr/>
      <dgm:t>
        <a:bodyPr/>
        <a:lstStyle/>
        <a:p>
          <a:endParaRPr lang="en-US"/>
        </a:p>
      </dgm:t>
    </dgm:pt>
    <dgm:pt modelId="{7C12203C-10F7-4F22-A328-98BEBAC4DCAE}">
      <dgm:prSet custT="1"/>
      <dgm:spPr/>
      <dgm:t>
        <a:bodyPr/>
        <a:lstStyle/>
        <a:p>
          <a:r>
            <a:rPr lang="en-US" sz="1600"/>
            <a:t>Knowledge Creation</a:t>
          </a:r>
          <a:endParaRPr lang="en-US" sz="1600" dirty="0"/>
        </a:p>
      </dgm:t>
    </dgm:pt>
    <dgm:pt modelId="{3EC96C33-4C2D-4CC0-BAE9-BF19A9AF1CDC}" type="parTrans" cxnId="{99EEF127-E923-4E1F-8EB9-3D56285278CC}">
      <dgm:prSet/>
      <dgm:spPr/>
    </dgm:pt>
    <dgm:pt modelId="{C7AFBDB6-E926-4748-AB85-64FE8D452E7E}" type="sibTrans" cxnId="{99EEF127-E923-4E1F-8EB9-3D56285278CC}">
      <dgm:prSet/>
      <dgm:spPr/>
    </dgm:pt>
    <dgm:pt modelId="{02709EEC-55CD-42A7-8E5A-FB6F048C862F}" type="pres">
      <dgm:prSet presAssocID="{3B8667EF-5E0D-4827-BD75-A559BD8944DC}" presName="Name0" presStyleCnt="0">
        <dgm:presLayoutVars>
          <dgm:chMax/>
          <dgm:chPref/>
          <dgm:animLvl val="lvl"/>
        </dgm:presLayoutVars>
      </dgm:prSet>
      <dgm:spPr/>
    </dgm:pt>
    <dgm:pt modelId="{B62465A2-3BAE-48EE-AF8A-3CEAE51BC394}" type="pres">
      <dgm:prSet presAssocID="{C1B212BC-7413-4E08-BE1B-B1AA742FE674}" presName="composite" presStyleCnt="0"/>
      <dgm:spPr/>
    </dgm:pt>
    <dgm:pt modelId="{512B3603-BF6B-4A6E-B819-355C87649138}" type="pres">
      <dgm:prSet presAssocID="{C1B212BC-7413-4E08-BE1B-B1AA742FE674}" presName="Parent1" presStyleLbl="alignNode1" presStyleIdx="0" presStyleCnt="7">
        <dgm:presLayoutVars>
          <dgm:chMax val="1"/>
          <dgm:chPref val="1"/>
          <dgm:bulletEnabled val="1"/>
        </dgm:presLayoutVars>
      </dgm:prSet>
      <dgm:spPr/>
    </dgm:pt>
    <dgm:pt modelId="{9B010D8F-7DAB-463B-908B-751A965100C9}" type="pres">
      <dgm:prSet presAssocID="{C1B212BC-7413-4E08-BE1B-B1AA742FE674}" presName="Childtext1" presStyleLbl="revTx" presStyleIdx="0" presStyleCnt="7">
        <dgm:presLayoutVars>
          <dgm:chMax val="0"/>
          <dgm:chPref val="0"/>
          <dgm:bulletEnabled/>
        </dgm:presLayoutVars>
      </dgm:prSet>
      <dgm:spPr/>
    </dgm:pt>
    <dgm:pt modelId="{7E79E273-4211-4667-907D-53856D9D6EC2}" type="pres">
      <dgm:prSet presAssocID="{C1B212BC-7413-4E08-BE1B-B1AA742FE674}" presName="ConnectLine" presStyleLbl="sibTrans1D1" presStyleIdx="0" presStyleCnt="7"/>
      <dgm:spPr>
        <a:noFill/>
        <a:ln w="12700" cap="flat" cmpd="sng" algn="ctr">
          <a:solidFill>
            <a:schemeClr val="accent6">
              <a:hueOff val="0"/>
              <a:satOff val="0"/>
              <a:lumOff val="0"/>
              <a:alphaOff val="0"/>
            </a:schemeClr>
          </a:solidFill>
          <a:prstDash val="dash"/>
          <a:miter lim="800000"/>
        </a:ln>
        <a:effectLst/>
      </dgm:spPr>
    </dgm:pt>
    <dgm:pt modelId="{293DBC67-12F4-4B02-B13F-B59E554F7914}" type="pres">
      <dgm:prSet presAssocID="{C1B212BC-7413-4E08-BE1B-B1AA742FE674}" presName="ConnectLineEnd" presStyleLbl="node1" presStyleIdx="0" presStyleCnt="7"/>
      <dgm:spPr/>
    </dgm:pt>
    <dgm:pt modelId="{F504FF61-124C-4D32-9A7E-16ABFF5FB766}" type="pres">
      <dgm:prSet presAssocID="{C1B212BC-7413-4E08-BE1B-B1AA742FE674}" presName="EmptyPane" presStyleCnt="0"/>
      <dgm:spPr/>
    </dgm:pt>
    <dgm:pt modelId="{1F778984-5A9E-4E2C-8F34-B75E06860E5A}" type="pres">
      <dgm:prSet presAssocID="{56F854E8-7E49-49DC-8AC6-FBA7DEE06271}" presName="spaceBetweenRectangles" presStyleLbl="fgAcc1" presStyleIdx="0" presStyleCnt="6"/>
      <dgm:spPr/>
    </dgm:pt>
    <dgm:pt modelId="{E438072B-55B6-45F5-840C-0F743252C2DB}" type="pres">
      <dgm:prSet presAssocID="{9BE160A2-55B4-404F-8EDB-09630EDAD884}" presName="composite" presStyleCnt="0"/>
      <dgm:spPr/>
    </dgm:pt>
    <dgm:pt modelId="{CAF9DA18-17F5-4916-9A42-4369DF73A5EA}" type="pres">
      <dgm:prSet presAssocID="{9BE160A2-55B4-404F-8EDB-09630EDAD884}" presName="Parent1" presStyleLbl="alignNode1" presStyleIdx="1" presStyleCnt="7">
        <dgm:presLayoutVars>
          <dgm:chMax val="1"/>
          <dgm:chPref val="1"/>
          <dgm:bulletEnabled val="1"/>
        </dgm:presLayoutVars>
      </dgm:prSet>
      <dgm:spPr/>
    </dgm:pt>
    <dgm:pt modelId="{FA4101BD-5AEB-493C-9258-54CAA0F5418C}" type="pres">
      <dgm:prSet presAssocID="{9BE160A2-55B4-404F-8EDB-09630EDAD884}" presName="Childtext1" presStyleLbl="revTx" presStyleIdx="1" presStyleCnt="7">
        <dgm:presLayoutVars>
          <dgm:chMax val="0"/>
          <dgm:chPref val="0"/>
          <dgm:bulletEnabled/>
        </dgm:presLayoutVars>
      </dgm:prSet>
      <dgm:spPr/>
    </dgm:pt>
    <dgm:pt modelId="{9019C315-62E9-4212-95C3-8FEC5BF31948}" type="pres">
      <dgm:prSet presAssocID="{9BE160A2-55B4-404F-8EDB-09630EDAD884}" presName="ConnectLine" presStyleLbl="sibTrans1D1" presStyleIdx="1" presStyleCnt="7"/>
      <dgm:spPr>
        <a:noFill/>
        <a:ln w="12700" cap="flat" cmpd="sng" algn="ctr">
          <a:solidFill>
            <a:schemeClr val="accent6">
              <a:hueOff val="0"/>
              <a:satOff val="0"/>
              <a:lumOff val="0"/>
              <a:alphaOff val="0"/>
            </a:schemeClr>
          </a:solidFill>
          <a:prstDash val="dash"/>
          <a:miter lim="800000"/>
        </a:ln>
        <a:effectLst/>
      </dgm:spPr>
    </dgm:pt>
    <dgm:pt modelId="{DF7A48DE-C1CA-4E32-A819-CB28908E3D72}" type="pres">
      <dgm:prSet presAssocID="{9BE160A2-55B4-404F-8EDB-09630EDAD884}" presName="ConnectLineEnd" presStyleLbl="node1" presStyleIdx="1" presStyleCnt="7"/>
      <dgm:spPr/>
    </dgm:pt>
    <dgm:pt modelId="{4C6C2278-35F9-4469-A386-D71A6E344D91}" type="pres">
      <dgm:prSet presAssocID="{9BE160A2-55B4-404F-8EDB-09630EDAD884}" presName="EmptyPane" presStyleCnt="0"/>
      <dgm:spPr/>
    </dgm:pt>
    <dgm:pt modelId="{D245F736-B444-4F61-91A3-A5A7DBE96C79}" type="pres">
      <dgm:prSet presAssocID="{067CEA3C-3A4B-41F8-992A-3B2E5079EE4A}" presName="spaceBetweenRectangles" presStyleLbl="fgAcc1" presStyleIdx="1" presStyleCnt="6"/>
      <dgm:spPr/>
    </dgm:pt>
    <dgm:pt modelId="{4FE2F959-58C6-4190-BF40-0C82F3114FF4}" type="pres">
      <dgm:prSet presAssocID="{BE4512AC-F7F5-482D-93E3-6A9E73C8FE0A}" presName="composite" presStyleCnt="0"/>
      <dgm:spPr/>
    </dgm:pt>
    <dgm:pt modelId="{F9540F0A-9CD6-4FCC-A3CD-796324CFA7B0}" type="pres">
      <dgm:prSet presAssocID="{BE4512AC-F7F5-482D-93E3-6A9E73C8FE0A}" presName="Parent1" presStyleLbl="alignNode1" presStyleIdx="2" presStyleCnt="7">
        <dgm:presLayoutVars>
          <dgm:chMax val="1"/>
          <dgm:chPref val="1"/>
          <dgm:bulletEnabled val="1"/>
        </dgm:presLayoutVars>
      </dgm:prSet>
      <dgm:spPr/>
    </dgm:pt>
    <dgm:pt modelId="{6182FAE9-E1E0-45AD-9C9C-F77B28D93BCB}" type="pres">
      <dgm:prSet presAssocID="{BE4512AC-F7F5-482D-93E3-6A9E73C8FE0A}" presName="Childtext1" presStyleLbl="revTx" presStyleIdx="2" presStyleCnt="7">
        <dgm:presLayoutVars>
          <dgm:chMax val="0"/>
          <dgm:chPref val="0"/>
          <dgm:bulletEnabled/>
        </dgm:presLayoutVars>
      </dgm:prSet>
      <dgm:spPr/>
    </dgm:pt>
    <dgm:pt modelId="{94B80E50-EAD2-4EA1-829A-9453A215A14F}" type="pres">
      <dgm:prSet presAssocID="{BE4512AC-F7F5-482D-93E3-6A9E73C8FE0A}" presName="ConnectLine" presStyleLbl="sibTrans1D1" presStyleIdx="2" presStyleCnt="7"/>
      <dgm:spPr>
        <a:noFill/>
        <a:ln w="12700" cap="flat" cmpd="sng" algn="ctr">
          <a:solidFill>
            <a:schemeClr val="accent6">
              <a:hueOff val="0"/>
              <a:satOff val="0"/>
              <a:lumOff val="0"/>
              <a:alphaOff val="0"/>
            </a:schemeClr>
          </a:solidFill>
          <a:prstDash val="dash"/>
          <a:miter lim="800000"/>
        </a:ln>
        <a:effectLst/>
      </dgm:spPr>
    </dgm:pt>
    <dgm:pt modelId="{FEF595BE-6ACF-4696-BE87-BFBF477D0BC2}" type="pres">
      <dgm:prSet presAssocID="{BE4512AC-F7F5-482D-93E3-6A9E73C8FE0A}" presName="ConnectLineEnd" presStyleLbl="node1" presStyleIdx="2" presStyleCnt="7"/>
      <dgm:spPr/>
    </dgm:pt>
    <dgm:pt modelId="{CF760459-625E-4BA0-B282-57BD9DF596A7}" type="pres">
      <dgm:prSet presAssocID="{BE4512AC-F7F5-482D-93E3-6A9E73C8FE0A}" presName="EmptyPane" presStyleCnt="0"/>
      <dgm:spPr/>
    </dgm:pt>
    <dgm:pt modelId="{1F1A6A67-7F57-46D2-B825-A9D82B22C220}" type="pres">
      <dgm:prSet presAssocID="{F37943B5-945F-41A3-923E-E6BCD3A8EF4A}" presName="spaceBetweenRectangles" presStyleLbl="fgAcc1" presStyleIdx="2" presStyleCnt="6"/>
      <dgm:spPr/>
    </dgm:pt>
    <dgm:pt modelId="{0598FB2F-FCBF-4CB6-85EE-094425915AB7}" type="pres">
      <dgm:prSet presAssocID="{8E67D94C-AE65-420A-96F3-BFCC973FE15A}" presName="composite" presStyleCnt="0"/>
      <dgm:spPr/>
    </dgm:pt>
    <dgm:pt modelId="{A3C7273E-44CF-47C6-A117-272C5C3D703A}" type="pres">
      <dgm:prSet presAssocID="{8E67D94C-AE65-420A-96F3-BFCC973FE15A}" presName="Parent1" presStyleLbl="alignNode1" presStyleIdx="3" presStyleCnt="7">
        <dgm:presLayoutVars>
          <dgm:chMax val="1"/>
          <dgm:chPref val="1"/>
          <dgm:bulletEnabled val="1"/>
        </dgm:presLayoutVars>
      </dgm:prSet>
      <dgm:spPr/>
    </dgm:pt>
    <dgm:pt modelId="{A15F3F92-7E64-4389-BAAE-38D28D58A722}" type="pres">
      <dgm:prSet presAssocID="{8E67D94C-AE65-420A-96F3-BFCC973FE15A}" presName="Childtext1" presStyleLbl="revTx" presStyleIdx="3" presStyleCnt="7">
        <dgm:presLayoutVars>
          <dgm:chMax val="0"/>
          <dgm:chPref val="0"/>
          <dgm:bulletEnabled/>
        </dgm:presLayoutVars>
      </dgm:prSet>
      <dgm:spPr/>
    </dgm:pt>
    <dgm:pt modelId="{0E778E26-4D14-4403-A192-CE12978A1E14}" type="pres">
      <dgm:prSet presAssocID="{8E67D94C-AE65-420A-96F3-BFCC973FE15A}" presName="ConnectLine" presStyleLbl="sibTrans1D1" presStyleIdx="3" presStyleCnt="7"/>
      <dgm:spPr>
        <a:noFill/>
        <a:ln w="12700" cap="flat" cmpd="sng" algn="ctr">
          <a:solidFill>
            <a:schemeClr val="accent6">
              <a:hueOff val="0"/>
              <a:satOff val="0"/>
              <a:lumOff val="0"/>
              <a:alphaOff val="0"/>
            </a:schemeClr>
          </a:solidFill>
          <a:prstDash val="dash"/>
          <a:miter lim="800000"/>
        </a:ln>
        <a:effectLst/>
      </dgm:spPr>
    </dgm:pt>
    <dgm:pt modelId="{040E4AF2-6441-4FD4-A09E-EE1A278FB714}" type="pres">
      <dgm:prSet presAssocID="{8E67D94C-AE65-420A-96F3-BFCC973FE15A}" presName="ConnectLineEnd" presStyleLbl="node1" presStyleIdx="3" presStyleCnt="7"/>
      <dgm:spPr/>
    </dgm:pt>
    <dgm:pt modelId="{AC765A43-0D26-4847-9E8E-50277D7A18BD}" type="pres">
      <dgm:prSet presAssocID="{8E67D94C-AE65-420A-96F3-BFCC973FE15A}" presName="EmptyPane" presStyleCnt="0"/>
      <dgm:spPr/>
    </dgm:pt>
    <dgm:pt modelId="{813AC310-506D-40F5-A97A-CCEB9782E983}" type="pres">
      <dgm:prSet presAssocID="{B2352866-5927-4A3C-A60B-DDBC8D753013}" presName="spaceBetweenRectangles" presStyleLbl="fgAcc1" presStyleIdx="3" presStyleCnt="6"/>
      <dgm:spPr/>
    </dgm:pt>
    <dgm:pt modelId="{5F2E51E1-6229-431E-ADB2-BD63E8C6F646}" type="pres">
      <dgm:prSet presAssocID="{BBAC3A08-7BBC-4F80-9672-99D5EDD31870}" presName="composite" presStyleCnt="0"/>
      <dgm:spPr/>
    </dgm:pt>
    <dgm:pt modelId="{5C11A1FA-6AA4-47BC-AAF2-9F77F4489B9E}" type="pres">
      <dgm:prSet presAssocID="{BBAC3A08-7BBC-4F80-9672-99D5EDD31870}" presName="Parent1" presStyleLbl="alignNode1" presStyleIdx="4" presStyleCnt="7">
        <dgm:presLayoutVars>
          <dgm:chMax val="1"/>
          <dgm:chPref val="1"/>
          <dgm:bulletEnabled val="1"/>
        </dgm:presLayoutVars>
      </dgm:prSet>
      <dgm:spPr/>
    </dgm:pt>
    <dgm:pt modelId="{D51E0DE8-C7A3-4BC5-A23F-BD4DF9140776}" type="pres">
      <dgm:prSet presAssocID="{BBAC3A08-7BBC-4F80-9672-99D5EDD31870}" presName="Childtext1" presStyleLbl="revTx" presStyleIdx="4" presStyleCnt="7">
        <dgm:presLayoutVars>
          <dgm:chMax val="0"/>
          <dgm:chPref val="0"/>
          <dgm:bulletEnabled/>
        </dgm:presLayoutVars>
      </dgm:prSet>
      <dgm:spPr/>
    </dgm:pt>
    <dgm:pt modelId="{1C7AC4B9-E716-47C1-A029-B1A0CAB0FBBD}" type="pres">
      <dgm:prSet presAssocID="{BBAC3A08-7BBC-4F80-9672-99D5EDD31870}" presName="ConnectLine" presStyleLbl="sibTrans1D1" presStyleIdx="4" presStyleCnt="7"/>
      <dgm:spPr>
        <a:noFill/>
        <a:ln w="12700" cap="flat" cmpd="sng" algn="ctr">
          <a:solidFill>
            <a:schemeClr val="accent6">
              <a:hueOff val="0"/>
              <a:satOff val="0"/>
              <a:lumOff val="0"/>
              <a:alphaOff val="0"/>
            </a:schemeClr>
          </a:solidFill>
          <a:prstDash val="dash"/>
          <a:miter lim="800000"/>
        </a:ln>
        <a:effectLst/>
      </dgm:spPr>
    </dgm:pt>
    <dgm:pt modelId="{F535565E-B782-4524-A33C-E9231E872020}" type="pres">
      <dgm:prSet presAssocID="{BBAC3A08-7BBC-4F80-9672-99D5EDD31870}" presName="ConnectLineEnd" presStyleLbl="node1" presStyleIdx="4" presStyleCnt="7"/>
      <dgm:spPr/>
    </dgm:pt>
    <dgm:pt modelId="{3FF79C0E-17E1-4E0F-A0F0-D669BC79FA06}" type="pres">
      <dgm:prSet presAssocID="{BBAC3A08-7BBC-4F80-9672-99D5EDD31870}" presName="EmptyPane" presStyleCnt="0"/>
      <dgm:spPr/>
    </dgm:pt>
    <dgm:pt modelId="{AB2E2DBC-FA09-4771-BAB6-7AC667906B02}" type="pres">
      <dgm:prSet presAssocID="{D8CF7EA0-DD33-451C-B87B-C72E33FB84E0}" presName="spaceBetweenRectangles" presStyleLbl="fgAcc1" presStyleIdx="4" presStyleCnt="6"/>
      <dgm:spPr/>
    </dgm:pt>
    <dgm:pt modelId="{CDBFB3F7-B170-4CC0-A0DE-9E5AC0032E0C}" type="pres">
      <dgm:prSet presAssocID="{C5343A54-E982-4A26-9A91-E270CFC0EB57}" presName="composite" presStyleCnt="0"/>
      <dgm:spPr/>
    </dgm:pt>
    <dgm:pt modelId="{DE575C85-BD2A-4BDD-BAE7-CEFC0D29F598}" type="pres">
      <dgm:prSet presAssocID="{C5343A54-E982-4A26-9A91-E270CFC0EB57}" presName="Parent1" presStyleLbl="alignNode1" presStyleIdx="5" presStyleCnt="7">
        <dgm:presLayoutVars>
          <dgm:chMax val="1"/>
          <dgm:chPref val="1"/>
          <dgm:bulletEnabled val="1"/>
        </dgm:presLayoutVars>
      </dgm:prSet>
      <dgm:spPr/>
    </dgm:pt>
    <dgm:pt modelId="{2962C974-A197-402F-845D-888E65ABED56}" type="pres">
      <dgm:prSet presAssocID="{C5343A54-E982-4A26-9A91-E270CFC0EB57}" presName="Childtext1" presStyleLbl="revTx" presStyleIdx="5" presStyleCnt="7">
        <dgm:presLayoutVars>
          <dgm:chMax val="0"/>
          <dgm:chPref val="0"/>
          <dgm:bulletEnabled/>
        </dgm:presLayoutVars>
      </dgm:prSet>
      <dgm:spPr/>
    </dgm:pt>
    <dgm:pt modelId="{086C2DB2-0BA3-4211-BFD1-A45D4DF3CBD9}" type="pres">
      <dgm:prSet presAssocID="{C5343A54-E982-4A26-9A91-E270CFC0EB57}" presName="ConnectLine" presStyleLbl="sibTrans1D1" presStyleIdx="5" presStyleCnt="7"/>
      <dgm:spPr>
        <a:noFill/>
        <a:ln w="12700" cap="flat" cmpd="sng" algn="ctr">
          <a:solidFill>
            <a:schemeClr val="accent6">
              <a:hueOff val="0"/>
              <a:satOff val="0"/>
              <a:lumOff val="0"/>
              <a:alphaOff val="0"/>
            </a:schemeClr>
          </a:solidFill>
          <a:prstDash val="dash"/>
          <a:miter lim="800000"/>
        </a:ln>
        <a:effectLst/>
      </dgm:spPr>
    </dgm:pt>
    <dgm:pt modelId="{A0E023E5-0287-4238-B85C-1A7D292B90F0}" type="pres">
      <dgm:prSet presAssocID="{C5343A54-E982-4A26-9A91-E270CFC0EB57}" presName="ConnectLineEnd" presStyleLbl="node1" presStyleIdx="5" presStyleCnt="7"/>
      <dgm:spPr/>
    </dgm:pt>
    <dgm:pt modelId="{2EB844CB-1489-4372-9543-628476F63300}" type="pres">
      <dgm:prSet presAssocID="{C5343A54-E982-4A26-9A91-E270CFC0EB57}" presName="EmptyPane" presStyleCnt="0"/>
      <dgm:spPr/>
    </dgm:pt>
    <dgm:pt modelId="{49086FEA-F245-4D9F-93A0-2541298D8E24}" type="pres">
      <dgm:prSet presAssocID="{45626D6D-40E5-433E-A47B-B896537013E6}" presName="spaceBetweenRectangles" presStyleLbl="fgAcc1" presStyleIdx="5" presStyleCnt="6"/>
      <dgm:spPr/>
    </dgm:pt>
    <dgm:pt modelId="{04038E6D-0E7A-4BF6-8698-526F67766F36}" type="pres">
      <dgm:prSet presAssocID="{A75F81B2-ABAD-4832-8D5A-4A5ABD4B6AA6}" presName="composite" presStyleCnt="0"/>
      <dgm:spPr/>
    </dgm:pt>
    <dgm:pt modelId="{C799E5DD-62D2-4382-9166-4C08A0488265}" type="pres">
      <dgm:prSet presAssocID="{A75F81B2-ABAD-4832-8D5A-4A5ABD4B6AA6}" presName="Parent1" presStyleLbl="alignNode1" presStyleIdx="6" presStyleCnt="7">
        <dgm:presLayoutVars>
          <dgm:chMax val="1"/>
          <dgm:chPref val="1"/>
          <dgm:bulletEnabled val="1"/>
        </dgm:presLayoutVars>
      </dgm:prSet>
      <dgm:spPr/>
    </dgm:pt>
    <dgm:pt modelId="{DBA4C318-CEAB-49C7-B099-8060F2F76FFB}" type="pres">
      <dgm:prSet presAssocID="{A75F81B2-ABAD-4832-8D5A-4A5ABD4B6AA6}" presName="Childtext1" presStyleLbl="revTx" presStyleIdx="6" presStyleCnt="7">
        <dgm:presLayoutVars>
          <dgm:chMax val="0"/>
          <dgm:chPref val="0"/>
          <dgm:bulletEnabled/>
        </dgm:presLayoutVars>
      </dgm:prSet>
      <dgm:spPr/>
    </dgm:pt>
    <dgm:pt modelId="{61EA62DB-78BF-40D5-A5B2-BEAA8A1170B7}" type="pres">
      <dgm:prSet presAssocID="{A75F81B2-ABAD-4832-8D5A-4A5ABD4B6AA6}" presName="ConnectLine" presStyleLbl="sibTrans1D1" presStyleIdx="6" presStyleCnt="7"/>
      <dgm:spPr>
        <a:noFill/>
        <a:ln w="12700" cap="flat" cmpd="sng" algn="ctr">
          <a:solidFill>
            <a:schemeClr val="accent6">
              <a:hueOff val="0"/>
              <a:satOff val="0"/>
              <a:lumOff val="0"/>
              <a:alphaOff val="0"/>
            </a:schemeClr>
          </a:solidFill>
          <a:prstDash val="dash"/>
          <a:miter lim="800000"/>
        </a:ln>
        <a:effectLst/>
      </dgm:spPr>
    </dgm:pt>
    <dgm:pt modelId="{D84AF8D6-F60E-4132-98DF-969B49701D27}" type="pres">
      <dgm:prSet presAssocID="{A75F81B2-ABAD-4832-8D5A-4A5ABD4B6AA6}" presName="ConnectLineEnd" presStyleLbl="node1" presStyleIdx="6" presStyleCnt="7"/>
      <dgm:spPr/>
    </dgm:pt>
    <dgm:pt modelId="{E0F4CA79-BF1D-4999-9BE4-279B69734D03}" type="pres">
      <dgm:prSet presAssocID="{A75F81B2-ABAD-4832-8D5A-4A5ABD4B6AA6}" presName="EmptyPane" presStyleCnt="0"/>
      <dgm:spPr/>
    </dgm:pt>
  </dgm:ptLst>
  <dgm:cxnLst>
    <dgm:cxn modelId="{7E13C103-FDC9-4E2C-8A5B-587038E91A65}" type="presOf" srcId="{46F86EDA-0863-4303-926D-59FBC26165EA}" destId="{6182FAE9-E1E0-45AD-9C9C-F77B28D93BCB}" srcOrd="0" destOrd="0" presId="urn:microsoft.com/office/officeart/2016/7/layout/HexagonTimeline"/>
    <dgm:cxn modelId="{7DE18005-3904-42DE-B60D-1CA464807D0E}" type="presOf" srcId="{28C749DE-951C-4483-9E86-5BB7C94076A7}" destId="{A15F3F92-7E64-4389-BAAE-38D28D58A722}" srcOrd="0" destOrd="0" presId="urn:microsoft.com/office/officeart/2016/7/layout/HexagonTimeline"/>
    <dgm:cxn modelId="{88580E0F-1F7D-439A-B0AB-B8F75C2F0AE0}" srcId="{3B8667EF-5E0D-4827-BD75-A559BD8944DC}" destId="{C5343A54-E982-4A26-9A91-E270CFC0EB57}" srcOrd="5" destOrd="0" parTransId="{30A5D64B-F569-443B-8C34-1967052F1130}" sibTransId="{45626D6D-40E5-433E-A47B-B896537013E6}"/>
    <dgm:cxn modelId="{10431213-C3E1-4544-9CF3-2E6C63BC4B31}" type="presOf" srcId="{A75F81B2-ABAD-4832-8D5A-4A5ABD4B6AA6}" destId="{C799E5DD-62D2-4382-9166-4C08A0488265}" srcOrd="0" destOrd="0" presId="urn:microsoft.com/office/officeart/2016/7/layout/HexagonTimeline"/>
    <dgm:cxn modelId="{DC962A13-7949-45CF-9F0A-92E7B23236DA}" srcId="{BBAC3A08-7BBC-4F80-9672-99D5EDD31870}" destId="{B605F785-C644-41A9-A071-D6B208AE51D4}" srcOrd="0" destOrd="0" parTransId="{05D474D9-0854-43EE-9C86-72901394C8D9}" sibTransId="{8D3EF224-FE80-4119-BE52-7B216DAFF38B}"/>
    <dgm:cxn modelId="{A5A5C313-AA57-4E46-9A87-323DC11AA9B3}" type="presOf" srcId="{1B99D5F2-F118-4A3C-84E3-9394EAB6A6B2}" destId="{9B010D8F-7DAB-463B-908B-751A965100C9}" srcOrd="0" destOrd="0" presId="urn:microsoft.com/office/officeart/2016/7/layout/HexagonTimeline"/>
    <dgm:cxn modelId="{C6D43C1C-5EEB-4AE2-94BE-D699F436951A}" srcId="{3B8667EF-5E0D-4827-BD75-A559BD8944DC}" destId="{C1B212BC-7413-4E08-BE1B-B1AA742FE674}" srcOrd="0" destOrd="0" parTransId="{919173B2-2C02-4774-8790-F469D6B35B25}" sibTransId="{56F854E8-7E49-49DC-8AC6-FBA7DEE06271}"/>
    <dgm:cxn modelId="{8A5CB420-A195-40B5-8359-8BE78E996AAB}" type="presOf" srcId="{3B8667EF-5E0D-4827-BD75-A559BD8944DC}" destId="{02709EEC-55CD-42A7-8E5A-FB6F048C862F}" srcOrd="0" destOrd="0" presId="urn:microsoft.com/office/officeart/2016/7/layout/HexagonTimeline"/>
    <dgm:cxn modelId="{FE1B8E27-5F5C-4829-9D21-CFBB59E007B5}" type="presOf" srcId="{C1B212BC-7413-4E08-BE1B-B1AA742FE674}" destId="{512B3603-BF6B-4A6E-B819-355C87649138}" srcOrd="0" destOrd="0" presId="urn:microsoft.com/office/officeart/2016/7/layout/HexagonTimeline"/>
    <dgm:cxn modelId="{99EEF127-E923-4E1F-8EB9-3D56285278CC}" srcId="{A75F81B2-ABAD-4832-8D5A-4A5ABD4B6AA6}" destId="{7C12203C-10F7-4F22-A328-98BEBAC4DCAE}" srcOrd="0" destOrd="0" parTransId="{3EC96C33-4C2D-4CC0-BAE9-BF19A9AF1CDC}" sibTransId="{C7AFBDB6-E926-4748-AB85-64FE8D452E7E}"/>
    <dgm:cxn modelId="{FE9F6328-6634-4DF1-9DCE-1451F082CA3A}" srcId="{3B8667EF-5E0D-4827-BD75-A559BD8944DC}" destId="{A75F81B2-ABAD-4832-8D5A-4A5ABD4B6AA6}" srcOrd="6" destOrd="0" parTransId="{F74814DB-9CF1-44E7-85AC-2DF5DE166007}" sibTransId="{FC4189AE-6F54-47FF-87FA-E0B3A2D5DBC8}"/>
    <dgm:cxn modelId="{3B127928-A8AD-4F70-90D8-0BCE9615CDD2}" srcId="{3B8667EF-5E0D-4827-BD75-A559BD8944DC}" destId="{9BE160A2-55B4-404F-8EDB-09630EDAD884}" srcOrd="1" destOrd="0" parTransId="{08D2735B-85F2-4325-9EF8-E9ECFF3688F9}" sibTransId="{067CEA3C-3A4B-41F8-992A-3B2E5079EE4A}"/>
    <dgm:cxn modelId="{1E54C628-B926-4978-AC56-997B2A2B19BD}" type="presOf" srcId="{BBAC3A08-7BBC-4F80-9672-99D5EDD31870}" destId="{5C11A1FA-6AA4-47BC-AAF2-9F77F4489B9E}" srcOrd="0" destOrd="0" presId="urn:microsoft.com/office/officeart/2016/7/layout/HexagonTimeline"/>
    <dgm:cxn modelId="{123E9B29-3547-401B-85B1-73F6967646C7}" type="presOf" srcId="{B605F785-C644-41A9-A071-D6B208AE51D4}" destId="{D51E0DE8-C7A3-4BC5-A23F-BD4DF9140776}" srcOrd="0" destOrd="0" presId="urn:microsoft.com/office/officeart/2016/7/layout/HexagonTimeline"/>
    <dgm:cxn modelId="{1DDEF046-BDF9-41D3-9517-4FE54E218A6F}" srcId="{3B8667EF-5E0D-4827-BD75-A559BD8944DC}" destId="{BBAC3A08-7BBC-4F80-9672-99D5EDD31870}" srcOrd="4" destOrd="0" parTransId="{94D71A2D-10E4-4527-91FB-C092FF2A908B}" sibTransId="{D8CF7EA0-DD33-451C-B87B-C72E33FB84E0}"/>
    <dgm:cxn modelId="{DC5F8C48-8831-4D8B-B334-F68753395335}" type="presOf" srcId="{BE4512AC-F7F5-482D-93E3-6A9E73C8FE0A}" destId="{F9540F0A-9CD6-4FCC-A3CD-796324CFA7B0}" srcOrd="0" destOrd="0" presId="urn:microsoft.com/office/officeart/2016/7/layout/HexagonTimeline"/>
    <dgm:cxn modelId="{FF67336A-0BA3-4C8D-A6FF-D462F534DCC4}" srcId="{3B8667EF-5E0D-4827-BD75-A559BD8944DC}" destId="{8E67D94C-AE65-420A-96F3-BFCC973FE15A}" srcOrd="3" destOrd="0" parTransId="{22C25AD5-A865-4A3C-A8A8-3FEB478E4796}" sibTransId="{B2352866-5927-4A3C-A60B-DDBC8D753013}"/>
    <dgm:cxn modelId="{33953371-9F2F-421D-8F42-0E5C445E1ED8}" srcId="{9BE160A2-55B4-404F-8EDB-09630EDAD884}" destId="{120C7CFC-9A7E-466C-80D9-C6CE15519588}" srcOrd="0" destOrd="0" parTransId="{BACC0AEC-9A9B-4045-933D-2635D545BF37}" sibTransId="{FCCF65A9-40DA-4646-A6E8-7051AADD5201}"/>
    <dgm:cxn modelId="{90D0B373-B350-4A79-9D98-C3310D7D21F3}" type="presOf" srcId="{8E67D94C-AE65-420A-96F3-BFCC973FE15A}" destId="{A3C7273E-44CF-47C6-A117-272C5C3D703A}" srcOrd="0" destOrd="0" presId="urn:microsoft.com/office/officeart/2016/7/layout/HexagonTimeline"/>
    <dgm:cxn modelId="{215EF553-9348-4EA7-8D90-ECED390C6329}" srcId="{C5343A54-E982-4A26-9A91-E270CFC0EB57}" destId="{2F0FE493-EAAA-48E8-8AF6-6E2B6DE887B9}" srcOrd="0" destOrd="0" parTransId="{EF73887C-5B78-4F8F-8D0A-7B446057CCBD}" sibTransId="{5769E149-9688-4527-BC1E-E4EA43906B45}"/>
    <dgm:cxn modelId="{BD4EB085-F6F2-4ACC-A7FE-E13B885FA451}" type="presOf" srcId="{2F0FE493-EAAA-48E8-8AF6-6E2B6DE887B9}" destId="{2962C974-A197-402F-845D-888E65ABED56}" srcOrd="0" destOrd="0" presId="urn:microsoft.com/office/officeart/2016/7/layout/HexagonTimeline"/>
    <dgm:cxn modelId="{068CF093-B881-48B8-A1A0-BAAD885243C3}" srcId="{C1B212BC-7413-4E08-BE1B-B1AA742FE674}" destId="{1B99D5F2-F118-4A3C-84E3-9394EAB6A6B2}" srcOrd="0" destOrd="0" parTransId="{5FEAB90A-6825-472A-A07C-2941670608DE}" sibTransId="{E73392ED-04FC-4CD5-B1B4-25E6652DE6C1}"/>
    <dgm:cxn modelId="{C93E269C-9FA1-45EE-98AD-5BC64A5755BB}" type="presOf" srcId="{7C12203C-10F7-4F22-A328-98BEBAC4DCAE}" destId="{DBA4C318-CEAB-49C7-B099-8060F2F76FFB}" srcOrd="0" destOrd="0" presId="urn:microsoft.com/office/officeart/2016/7/layout/HexagonTimeline"/>
    <dgm:cxn modelId="{3B4E689F-D4BE-4AE2-8DBD-DE87660DADB4}" srcId="{3B8667EF-5E0D-4827-BD75-A559BD8944DC}" destId="{BE4512AC-F7F5-482D-93E3-6A9E73C8FE0A}" srcOrd="2" destOrd="0" parTransId="{86426E4A-2037-4018-BC23-4CC13170F577}" sibTransId="{F37943B5-945F-41A3-923E-E6BCD3A8EF4A}"/>
    <dgm:cxn modelId="{938103C4-D1A5-40F1-858F-A629D882453A}" type="presOf" srcId="{C5343A54-E982-4A26-9A91-E270CFC0EB57}" destId="{DE575C85-BD2A-4BDD-BAE7-CEFC0D29F598}" srcOrd="0" destOrd="0" presId="urn:microsoft.com/office/officeart/2016/7/layout/HexagonTimeline"/>
    <dgm:cxn modelId="{7205CBCA-00C4-4B8E-8B23-93E35875171B}" type="presOf" srcId="{9BE160A2-55B4-404F-8EDB-09630EDAD884}" destId="{CAF9DA18-17F5-4916-9A42-4369DF73A5EA}" srcOrd="0" destOrd="0" presId="urn:microsoft.com/office/officeart/2016/7/layout/HexagonTimeline"/>
    <dgm:cxn modelId="{424414D7-73C5-4F61-ACD3-BC38991E6642}" srcId="{8E67D94C-AE65-420A-96F3-BFCC973FE15A}" destId="{28C749DE-951C-4483-9E86-5BB7C94076A7}" srcOrd="0" destOrd="0" parTransId="{F1D5FA14-47D7-4AF4-BE64-AC2B5C095A86}" sibTransId="{1C5A7D9B-354B-4519-8CDE-612A28DED34F}"/>
    <dgm:cxn modelId="{15B585E1-3F30-4649-9765-5E1791669DB5}" type="presOf" srcId="{120C7CFC-9A7E-466C-80D9-C6CE15519588}" destId="{FA4101BD-5AEB-493C-9258-54CAA0F5418C}" srcOrd="0" destOrd="0" presId="urn:microsoft.com/office/officeart/2016/7/layout/HexagonTimeline"/>
    <dgm:cxn modelId="{4CB6B6ED-9BD6-4798-A982-A53600564E3B}" srcId="{BE4512AC-F7F5-482D-93E3-6A9E73C8FE0A}" destId="{46F86EDA-0863-4303-926D-59FBC26165EA}" srcOrd="0" destOrd="0" parTransId="{E1AF0430-FFB6-435B-9D50-2EFDA7012801}" sibTransId="{1F8B0353-5E44-4922-A98B-4ADFA276B887}"/>
    <dgm:cxn modelId="{7E086E72-E442-4F89-AF30-8AC6B07F1694}" type="presParOf" srcId="{02709EEC-55CD-42A7-8E5A-FB6F048C862F}" destId="{B62465A2-3BAE-48EE-AF8A-3CEAE51BC394}" srcOrd="0" destOrd="0" presId="urn:microsoft.com/office/officeart/2016/7/layout/HexagonTimeline"/>
    <dgm:cxn modelId="{D5000371-B78C-41C5-A987-22362A32B398}" type="presParOf" srcId="{B62465A2-3BAE-48EE-AF8A-3CEAE51BC394}" destId="{512B3603-BF6B-4A6E-B819-355C87649138}" srcOrd="0" destOrd="0" presId="urn:microsoft.com/office/officeart/2016/7/layout/HexagonTimeline"/>
    <dgm:cxn modelId="{D096EC71-487E-4929-AAF3-BA9087B8C645}" type="presParOf" srcId="{B62465A2-3BAE-48EE-AF8A-3CEAE51BC394}" destId="{9B010D8F-7DAB-463B-908B-751A965100C9}" srcOrd="1" destOrd="0" presId="urn:microsoft.com/office/officeart/2016/7/layout/HexagonTimeline"/>
    <dgm:cxn modelId="{56204084-ABE8-4503-9723-BB3E6756B89C}" type="presParOf" srcId="{B62465A2-3BAE-48EE-AF8A-3CEAE51BC394}" destId="{7E79E273-4211-4667-907D-53856D9D6EC2}" srcOrd="2" destOrd="0" presId="urn:microsoft.com/office/officeart/2016/7/layout/HexagonTimeline"/>
    <dgm:cxn modelId="{590BC106-062F-4633-A61D-12E2BD7E645D}" type="presParOf" srcId="{B62465A2-3BAE-48EE-AF8A-3CEAE51BC394}" destId="{293DBC67-12F4-4B02-B13F-B59E554F7914}" srcOrd="3" destOrd="0" presId="urn:microsoft.com/office/officeart/2016/7/layout/HexagonTimeline"/>
    <dgm:cxn modelId="{47DE14CA-E26A-4D47-88A7-AE846E27769A}" type="presParOf" srcId="{B62465A2-3BAE-48EE-AF8A-3CEAE51BC394}" destId="{F504FF61-124C-4D32-9A7E-16ABFF5FB766}" srcOrd="4" destOrd="0" presId="urn:microsoft.com/office/officeart/2016/7/layout/HexagonTimeline"/>
    <dgm:cxn modelId="{E4AD6A60-2C23-4275-A47D-897BC1A60C1B}" type="presParOf" srcId="{02709EEC-55CD-42A7-8E5A-FB6F048C862F}" destId="{1F778984-5A9E-4E2C-8F34-B75E06860E5A}" srcOrd="1" destOrd="0" presId="urn:microsoft.com/office/officeart/2016/7/layout/HexagonTimeline"/>
    <dgm:cxn modelId="{0B3C0853-95DB-4128-9E89-3146BD5C59B3}" type="presParOf" srcId="{02709EEC-55CD-42A7-8E5A-FB6F048C862F}" destId="{E438072B-55B6-45F5-840C-0F743252C2DB}" srcOrd="2" destOrd="0" presId="urn:microsoft.com/office/officeart/2016/7/layout/HexagonTimeline"/>
    <dgm:cxn modelId="{3ADCAF16-6CA1-4845-8917-5CF158E4F515}" type="presParOf" srcId="{E438072B-55B6-45F5-840C-0F743252C2DB}" destId="{CAF9DA18-17F5-4916-9A42-4369DF73A5EA}" srcOrd="0" destOrd="0" presId="urn:microsoft.com/office/officeart/2016/7/layout/HexagonTimeline"/>
    <dgm:cxn modelId="{51E1D4FC-93A5-4278-A5D8-A36997EBBCB3}" type="presParOf" srcId="{E438072B-55B6-45F5-840C-0F743252C2DB}" destId="{FA4101BD-5AEB-493C-9258-54CAA0F5418C}" srcOrd="1" destOrd="0" presId="urn:microsoft.com/office/officeart/2016/7/layout/HexagonTimeline"/>
    <dgm:cxn modelId="{3E46D13B-6DCC-414A-878C-04E0359D4BB3}" type="presParOf" srcId="{E438072B-55B6-45F5-840C-0F743252C2DB}" destId="{9019C315-62E9-4212-95C3-8FEC5BF31948}" srcOrd="2" destOrd="0" presId="urn:microsoft.com/office/officeart/2016/7/layout/HexagonTimeline"/>
    <dgm:cxn modelId="{1C0059BD-693A-47D9-AD2C-CC7FF51C5586}" type="presParOf" srcId="{E438072B-55B6-45F5-840C-0F743252C2DB}" destId="{DF7A48DE-C1CA-4E32-A819-CB28908E3D72}" srcOrd="3" destOrd="0" presId="urn:microsoft.com/office/officeart/2016/7/layout/HexagonTimeline"/>
    <dgm:cxn modelId="{58F38E22-9FDB-4E56-A358-9B85C76A89A8}" type="presParOf" srcId="{E438072B-55B6-45F5-840C-0F743252C2DB}" destId="{4C6C2278-35F9-4469-A386-D71A6E344D91}" srcOrd="4" destOrd="0" presId="urn:microsoft.com/office/officeart/2016/7/layout/HexagonTimeline"/>
    <dgm:cxn modelId="{585B0C5B-82A6-462D-BDCA-04E2E1889ACA}" type="presParOf" srcId="{02709EEC-55CD-42A7-8E5A-FB6F048C862F}" destId="{D245F736-B444-4F61-91A3-A5A7DBE96C79}" srcOrd="3" destOrd="0" presId="urn:microsoft.com/office/officeart/2016/7/layout/HexagonTimeline"/>
    <dgm:cxn modelId="{1EB86E4E-B923-41B8-B7A4-7A45D1F5A77B}" type="presParOf" srcId="{02709EEC-55CD-42A7-8E5A-FB6F048C862F}" destId="{4FE2F959-58C6-4190-BF40-0C82F3114FF4}" srcOrd="4" destOrd="0" presId="urn:microsoft.com/office/officeart/2016/7/layout/HexagonTimeline"/>
    <dgm:cxn modelId="{941DD76E-4925-4798-98DE-8A65FAFE09C6}" type="presParOf" srcId="{4FE2F959-58C6-4190-BF40-0C82F3114FF4}" destId="{F9540F0A-9CD6-4FCC-A3CD-796324CFA7B0}" srcOrd="0" destOrd="0" presId="urn:microsoft.com/office/officeart/2016/7/layout/HexagonTimeline"/>
    <dgm:cxn modelId="{AEF4E5AA-67B1-4864-86E3-6C7AD35D5CF3}" type="presParOf" srcId="{4FE2F959-58C6-4190-BF40-0C82F3114FF4}" destId="{6182FAE9-E1E0-45AD-9C9C-F77B28D93BCB}" srcOrd="1" destOrd="0" presId="urn:microsoft.com/office/officeart/2016/7/layout/HexagonTimeline"/>
    <dgm:cxn modelId="{9C205C9A-5499-4B8D-94AC-FAAF7E6EA7E2}" type="presParOf" srcId="{4FE2F959-58C6-4190-BF40-0C82F3114FF4}" destId="{94B80E50-EAD2-4EA1-829A-9453A215A14F}" srcOrd="2" destOrd="0" presId="urn:microsoft.com/office/officeart/2016/7/layout/HexagonTimeline"/>
    <dgm:cxn modelId="{24319B5B-C3AB-4952-BD6F-604979D0ECD3}" type="presParOf" srcId="{4FE2F959-58C6-4190-BF40-0C82F3114FF4}" destId="{FEF595BE-6ACF-4696-BE87-BFBF477D0BC2}" srcOrd="3" destOrd="0" presId="urn:microsoft.com/office/officeart/2016/7/layout/HexagonTimeline"/>
    <dgm:cxn modelId="{DC52CCCF-1CB7-4C5C-BD0E-96507107A764}" type="presParOf" srcId="{4FE2F959-58C6-4190-BF40-0C82F3114FF4}" destId="{CF760459-625E-4BA0-B282-57BD9DF596A7}" srcOrd="4" destOrd="0" presId="urn:microsoft.com/office/officeart/2016/7/layout/HexagonTimeline"/>
    <dgm:cxn modelId="{1ACCB8FC-A160-49B6-91EA-0F1AAC847BEC}" type="presParOf" srcId="{02709EEC-55CD-42A7-8E5A-FB6F048C862F}" destId="{1F1A6A67-7F57-46D2-B825-A9D82B22C220}" srcOrd="5" destOrd="0" presId="urn:microsoft.com/office/officeart/2016/7/layout/HexagonTimeline"/>
    <dgm:cxn modelId="{49878F6E-D2C3-4A7C-95ED-A0BC1C3D93F7}" type="presParOf" srcId="{02709EEC-55CD-42A7-8E5A-FB6F048C862F}" destId="{0598FB2F-FCBF-4CB6-85EE-094425915AB7}" srcOrd="6" destOrd="0" presId="urn:microsoft.com/office/officeart/2016/7/layout/HexagonTimeline"/>
    <dgm:cxn modelId="{D9713C5A-D1BA-435E-9FE0-8836E366BCA2}" type="presParOf" srcId="{0598FB2F-FCBF-4CB6-85EE-094425915AB7}" destId="{A3C7273E-44CF-47C6-A117-272C5C3D703A}" srcOrd="0" destOrd="0" presId="urn:microsoft.com/office/officeart/2016/7/layout/HexagonTimeline"/>
    <dgm:cxn modelId="{63010099-7F0D-4B8C-87D7-76A3C109A0F1}" type="presParOf" srcId="{0598FB2F-FCBF-4CB6-85EE-094425915AB7}" destId="{A15F3F92-7E64-4389-BAAE-38D28D58A722}" srcOrd="1" destOrd="0" presId="urn:microsoft.com/office/officeart/2016/7/layout/HexagonTimeline"/>
    <dgm:cxn modelId="{210C5CAE-ED37-4950-8F32-C0EDC5FF84F7}" type="presParOf" srcId="{0598FB2F-FCBF-4CB6-85EE-094425915AB7}" destId="{0E778E26-4D14-4403-A192-CE12978A1E14}" srcOrd="2" destOrd="0" presId="urn:microsoft.com/office/officeart/2016/7/layout/HexagonTimeline"/>
    <dgm:cxn modelId="{FB430125-FAC8-443A-BD6F-83699DC5A7DA}" type="presParOf" srcId="{0598FB2F-FCBF-4CB6-85EE-094425915AB7}" destId="{040E4AF2-6441-4FD4-A09E-EE1A278FB714}" srcOrd="3" destOrd="0" presId="urn:microsoft.com/office/officeart/2016/7/layout/HexagonTimeline"/>
    <dgm:cxn modelId="{70D47EF5-CDF0-41A8-AA21-9596B3A4A1C3}" type="presParOf" srcId="{0598FB2F-FCBF-4CB6-85EE-094425915AB7}" destId="{AC765A43-0D26-4847-9E8E-50277D7A18BD}" srcOrd="4" destOrd="0" presId="urn:microsoft.com/office/officeart/2016/7/layout/HexagonTimeline"/>
    <dgm:cxn modelId="{42254794-E7BE-4FC2-A8E9-45088B2A6359}" type="presParOf" srcId="{02709EEC-55CD-42A7-8E5A-FB6F048C862F}" destId="{813AC310-506D-40F5-A97A-CCEB9782E983}" srcOrd="7" destOrd="0" presId="urn:microsoft.com/office/officeart/2016/7/layout/HexagonTimeline"/>
    <dgm:cxn modelId="{8F0E7E1F-21F6-4D2A-AA85-736D5AB4EC5A}" type="presParOf" srcId="{02709EEC-55CD-42A7-8E5A-FB6F048C862F}" destId="{5F2E51E1-6229-431E-ADB2-BD63E8C6F646}" srcOrd="8" destOrd="0" presId="urn:microsoft.com/office/officeart/2016/7/layout/HexagonTimeline"/>
    <dgm:cxn modelId="{7DC4F35D-BC74-41DA-824E-232FC869F75F}" type="presParOf" srcId="{5F2E51E1-6229-431E-ADB2-BD63E8C6F646}" destId="{5C11A1FA-6AA4-47BC-AAF2-9F77F4489B9E}" srcOrd="0" destOrd="0" presId="urn:microsoft.com/office/officeart/2016/7/layout/HexagonTimeline"/>
    <dgm:cxn modelId="{06EFB547-E6D3-47CD-B960-0F466512D4F7}" type="presParOf" srcId="{5F2E51E1-6229-431E-ADB2-BD63E8C6F646}" destId="{D51E0DE8-C7A3-4BC5-A23F-BD4DF9140776}" srcOrd="1" destOrd="0" presId="urn:microsoft.com/office/officeart/2016/7/layout/HexagonTimeline"/>
    <dgm:cxn modelId="{EE864876-BC49-42BD-8B40-0F45F8F684CF}" type="presParOf" srcId="{5F2E51E1-6229-431E-ADB2-BD63E8C6F646}" destId="{1C7AC4B9-E716-47C1-A029-B1A0CAB0FBBD}" srcOrd="2" destOrd="0" presId="urn:microsoft.com/office/officeart/2016/7/layout/HexagonTimeline"/>
    <dgm:cxn modelId="{70857435-051A-48D4-BDDF-4B02FC007720}" type="presParOf" srcId="{5F2E51E1-6229-431E-ADB2-BD63E8C6F646}" destId="{F535565E-B782-4524-A33C-E9231E872020}" srcOrd="3" destOrd="0" presId="urn:microsoft.com/office/officeart/2016/7/layout/HexagonTimeline"/>
    <dgm:cxn modelId="{49487352-63B9-4AA7-9EC4-4A7BB2E5A45A}" type="presParOf" srcId="{5F2E51E1-6229-431E-ADB2-BD63E8C6F646}" destId="{3FF79C0E-17E1-4E0F-A0F0-D669BC79FA06}" srcOrd="4" destOrd="0" presId="urn:microsoft.com/office/officeart/2016/7/layout/HexagonTimeline"/>
    <dgm:cxn modelId="{346942FB-2A01-42EF-91D0-329E13F793A4}" type="presParOf" srcId="{02709EEC-55CD-42A7-8E5A-FB6F048C862F}" destId="{AB2E2DBC-FA09-4771-BAB6-7AC667906B02}" srcOrd="9" destOrd="0" presId="urn:microsoft.com/office/officeart/2016/7/layout/HexagonTimeline"/>
    <dgm:cxn modelId="{028B542E-D27F-4285-9279-2E3F1903DF2A}" type="presParOf" srcId="{02709EEC-55CD-42A7-8E5A-FB6F048C862F}" destId="{CDBFB3F7-B170-4CC0-A0DE-9E5AC0032E0C}" srcOrd="10" destOrd="0" presId="urn:microsoft.com/office/officeart/2016/7/layout/HexagonTimeline"/>
    <dgm:cxn modelId="{D11569F1-B1EC-49E0-B9E9-BE689B8E9C83}" type="presParOf" srcId="{CDBFB3F7-B170-4CC0-A0DE-9E5AC0032E0C}" destId="{DE575C85-BD2A-4BDD-BAE7-CEFC0D29F598}" srcOrd="0" destOrd="0" presId="urn:microsoft.com/office/officeart/2016/7/layout/HexagonTimeline"/>
    <dgm:cxn modelId="{F3D08D43-DBAF-49CD-B0F4-BDFE138CDD20}" type="presParOf" srcId="{CDBFB3F7-B170-4CC0-A0DE-9E5AC0032E0C}" destId="{2962C974-A197-402F-845D-888E65ABED56}" srcOrd="1" destOrd="0" presId="urn:microsoft.com/office/officeart/2016/7/layout/HexagonTimeline"/>
    <dgm:cxn modelId="{0245EA7B-562C-4260-B829-CE5F1C28CB96}" type="presParOf" srcId="{CDBFB3F7-B170-4CC0-A0DE-9E5AC0032E0C}" destId="{086C2DB2-0BA3-4211-BFD1-A45D4DF3CBD9}" srcOrd="2" destOrd="0" presId="urn:microsoft.com/office/officeart/2016/7/layout/HexagonTimeline"/>
    <dgm:cxn modelId="{A20A08AF-275C-49C1-B660-61EF9F94B3F0}" type="presParOf" srcId="{CDBFB3F7-B170-4CC0-A0DE-9E5AC0032E0C}" destId="{A0E023E5-0287-4238-B85C-1A7D292B90F0}" srcOrd="3" destOrd="0" presId="urn:microsoft.com/office/officeart/2016/7/layout/HexagonTimeline"/>
    <dgm:cxn modelId="{AF6525CB-E635-43F1-9DB9-319E237DB2F0}" type="presParOf" srcId="{CDBFB3F7-B170-4CC0-A0DE-9E5AC0032E0C}" destId="{2EB844CB-1489-4372-9543-628476F63300}" srcOrd="4" destOrd="0" presId="urn:microsoft.com/office/officeart/2016/7/layout/HexagonTimeline"/>
    <dgm:cxn modelId="{F5AADFF6-E84C-4C61-BE53-980C49B13C67}" type="presParOf" srcId="{02709EEC-55CD-42A7-8E5A-FB6F048C862F}" destId="{49086FEA-F245-4D9F-93A0-2541298D8E24}" srcOrd="11" destOrd="0" presId="urn:microsoft.com/office/officeart/2016/7/layout/HexagonTimeline"/>
    <dgm:cxn modelId="{FD28A299-87F8-4D02-8C85-05A17C869D4E}" type="presParOf" srcId="{02709EEC-55CD-42A7-8E5A-FB6F048C862F}" destId="{04038E6D-0E7A-4BF6-8698-526F67766F36}" srcOrd="12" destOrd="0" presId="urn:microsoft.com/office/officeart/2016/7/layout/HexagonTimeline"/>
    <dgm:cxn modelId="{D978FBF2-B381-499C-9EC2-9819E7931543}" type="presParOf" srcId="{04038E6D-0E7A-4BF6-8698-526F67766F36}" destId="{C799E5DD-62D2-4382-9166-4C08A0488265}" srcOrd="0" destOrd="0" presId="urn:microsoft.com/office/officeart/2016/7/layout/HexagonTimeline"/>
    <dgm:cxn modelId="{832B77C1-14A4-4F23-86CA-3EDC444591F2}" type="presParOf" srcId="{04038E6D-0E7A-4BF6-8698-526F67766F36}" destId="{DBA4C318-CEAB-49C7-B099-8060F2F76FFB}" srcOrd="1" destOrd="0" presId="urn:microsoft.com/office/officeart/2016/7/layout/HexagonTimeline"/>
    <dgm:cxn modelId="{79401F64-DCD4-4628-9DE5-BB1AADAD8F85}" type="presParOf" srcId="{04038E6D-0E7A-4BF6-8698-526F67766F36}" destId="{61EA62DB-78BF-40D5-A5B2-BEAA8A1170B7}" srcOrd="2" destOrd="0" presId="urn:microsoft.com/office/officeart/2016/7/layout/HexagonTimeline"/>
    <dgm:cxn modelId="{0EC56EAB-058A-430E-9120-3DDD0B6D4ACB}" type="presParOf" srcId="{04038E6D-0E7A-4BF6-8698-526F67766F36}" destId="{D84AF8D6-F60E-4132-98DF-969B49701D27}" srcOrd="3" destOrd="0" presId="urn:microsoft.com/office/officeart/2016/7/layout/HexagonTimeline"/>
    <dgm:cxn modelId="{C29C0D06-94E9-4936-9AE3-407C9F4E9F50}" type="presParOf" srcId="{04038E6D-0E7A-4BF6-8698-526F67766F36}" destId="{E0F4CA79-BF1D-4999-9BE4-279B69734D03}" srcOrd="4" destOrd="0" presId="urn:microsoft.com/office/officeart/2016/7/layout/Hexagon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BAD7EFA-EBAA-4170-9DC1-E25ED4176C52}" type="doc">
      <dgm:prSet loTypeId="urn:microsoft.com/office/officeart/2005/8/layout/hierarchy3" loCatId="hierarchy" qsTypeId="urn:microsoft.com/office/officeart/2005/8/quickstyle/simple1" qsCatId="simple" csTypeId="urn:microsoft.com/office/officeart/2005/8/colors/colorful5" csCatId="colorful" phldr="1"/>
      <dgm:spPr/>
      <dgm:t>
        <a:bodyPr/>
        <a:lstStyle/>
        <a:p>
          <a:endParaRPr lang="en-US"/>
        </a:p>
      </dgm:t>
    </dgm:pt>
    <dgm:pt modelId="{0145BDCA-D97B-4807-BC25-592FCBDF04DE}">
      <dgm:prSet/>
      <dgm:spPr/>
      <dgm:t>
        <a:bodyPr/>
        <a:lstStyle/>
        <a:p>
          <a:r>
            <a:rPr lang="en-US" dirty="0"/>
            <a:t>Evolution of AI </a:t>
          </a:r>
        </a:p>
      </dgm:t>
    </dgm:pt>
    <dgm:pt modelId="{7ABA68BB-1A5D-45D4-9282-FD84D5FFE6D7}" type="parTrans" cxnId="{E4F2C299-2B80-4D9A-B0FE-18290395BD15}">
      <dgm:prSet/>
      <dgm:spPr/>
      <dgm:t>
        <a:bodyPr/>
        <a:lstStyle/>
        <a:p>
          <a:endParaRPr lang="en-US"/>
        </a:p>
      </dgm:t>
    </dgm:pt>
    <dgm:pt modelId="{6D6ED21C-F12B-4E97-89C1-EB783F3EBB43}" type="sibTrans" cxnId="{E4F2C299-2B80-4D9A-B0FE-18290395BD15}">
      <dgm:prSet/>
      <dgm:spPr/>
      <dgm:t>
        <a:bodyPr/>
        <a:lstStyle/>
        <a:p>
          <a:endParaRPr lang="en-US"/>
        </a:p>
      </dgm:t>
    </dgm:pt>
    <dgm:pt modelId="{4A0C93B4-76F8-431B-861B-5279D000558F}">
      <dgm:prSet/>
      <dgm:spPr/>
      <dgm:t>
        <a:bodyPr/>
        <a:lstStyle/>
        <a:p>
          <a:r>
            <a:rPr lang="en-US" dirty="0"/>
            <a:t>Excel based -&gt; ML models -&gt; LLM -&gt; Agents -&gt; General Intelligence </a:t>
          </a:r>
        </a:p>
      </dgm:t>
    </dgm:pt>
    <dgm:pt modelId="{8D572BD3-E528-4872-B239-019FF37499CE}" type="parTrans" cxnId="{EE9D3EC9-D702-4F15-A19A-1C44A3702A6A}">
      <dgm:prSet/>
      <dgm:spPr/>
      <dgm:t>
        <a:bodyPr/>
        <a:lstStyle/>
        <a:p>
          <a:endParaRPr lang="en-US"/>
        </a:p>
      </dgm:t>
    </dgm:pt>
    <dgm:pt modelId="{5ECA9AE4-7E0C-4BD4-BC32-A55AD1EA4F70}" type="sibTrans" cxnId="{EE9D3EC9-D702-4F15-A19A-1C44A3702A6A}">
      <dgm:prSet/>
      <dgm:spPr/>
      <dgm:t>
        <a:bodyPr/>
        <a:lstStyle/>
        <a:p>
          <a:endParaRPr lang="en-US"/>
        </a:p>
      </dgm:t>
    </dgm:pt>
    <dgm:pt modelId="{B3F5C9EB-282B-4762-A32A-33D2E805B0F7}">
      <dgm:prSet/>
      <dgm:spPr/>
      <dgm:t>
        <a:bodyPr/>
        <a:lstStyle/>
        <a:p>
          <a:r>
            <a:rPr lang="en-US"/>
            <a:t>Difference between ML models and GenAI </a:t>
          </a:r>
        </a:p>
      </dgm:t>
    </dgm:pt>
    <dgm:pt modelId="{6F290ACF-EDB8-4E30-9D1C-ACCD3803B5B1}" type="parTrans" cxnId="{94B0FFC8-78A0-4D8E-8411-B4ACEA7621D9}">
      <dgm:prSet/>
      <dgm:spPr/>
      <dgm:t>
        <a:bodyPr/>
        <a:lstStyle/>
        <a:p>
          <a:endParaRPr lang="en-US"/>
        </a:p>
      </dgm:t>
    </dgm:pt>
    <dgm:pt modelId="{4A0366DC-DF79-44C1-B678-CFCA3032F9EA}" type="sibTrans" cxnId="{94B0FFC8-78A0-4D8E-8411-B4ACEA7621D9}">
      <dgm:prSet/>
      <dgm:spPr/>
      <dgm:t>
        <a:bodyPr/>
        <a:lstStyle/>
        <a:p>
          <a:endParaRPr lang="en-US"/>
        </a:p>
      </dgm:t>
    </dgm:pt>
    <dgm:pt modelId="{6B92277E-79FF-405B-8585-F686E2209DF9}">
      <dgm:prSet/>
      <dgm:spPr/>
      <dgm:t>
        <a:bodyPr/>
        <a:lstStyle/>
        <a:p>
          <a:r>
            <a:rPr lang="en-US"/>
            <a:t>Emphasize use case where ML is still relevant </a:t>
          </a:r>
        </a:p>
      </dgm:t>
    </dgm:pt>
    <dgm:pt modelId="{CC54BDEC-9CAE-4FD3-B350-76000C0A039E}" type="parTrans" cxnId="{F86A03C5-DB77-434A-A412-C7D33105D0F7}">
      <dgm:prSet/>
      <dgm:spPr/>
      <dgm:t>
        <a:bodyPr/>
        <a:lstStyle/>
        <a:p>
          <a:endParaRPr lang="en-US"/>
        </a:p>
      </dgm:t>
    </dgm:pt>
    <dgm:pt modelId="{978563B2-9054-4067-B182-A1AFBE9C8F7A}" type="sibTrans" cxnId="{F86A03C5-DB77-434A-A412-C7D33105D0F7}">
      <dgm:prSet/>
      <dgm:spPr/>
      <dgm:t>
        <a:bodyPr/>
        <a:lstStyle/>
        <a:p>
          <a:endParaRPr lang="en-US"/>
        </a:p>
      </dgm:t>
    </dgm:pt>
    <dgm:pt modelId="{19E3FAD2-DB5B-4BD1-9639-6EDDC6E02716}">
      <dgm:prSet/>
      <dgm:spPr/>
      <dgm:t>
        <a:bodyPr/>
        <a:lstStyle/>
        <a:p>
          <a:r>
            <a:rPr lang="en-US" dirty="0"/>
            <a:t>LLMs @ work – (End user)</a:t>
          </a:r>
        </a:p>
      </dgm:t>
    </dgm:pt>
    <dgm:pt modelId="{35D20A85-0CD7-4CFC-83E5-414429F59417}" type="parTrans" cxnId="{A9F4A957-5228-4935-A2EA-8E3E7174D0E4}">
      <dgm:prSet/>
      <dgm:spPr/>
      <dgm:t>
        <a:bodyPr/>
        <a:lstStyle/>
        <a:p>
          <a:endParaRPr lang="en-US"/>
        </a:p>
      </dgm:t>
    </dgm:pt>
    <dgm:pt modelId="{E3940F0F-D5E2-4CAF-A354-BCF3F081C89B}" type="sibTrans" cxnId="{A9F4A957-5228-4935-A2EA-8E3E7174D0E4}">
      <dgm:prSet/>
      <dgm:spPr/>
      <dgm:t>
        <a:bodyPr/>
        <a:lstStyle/>
        <a:p>
          <a:endParaRPr lang="en-US"/>
        </a:p>
      </dgm:t>
    </dgm:pt>
    <dgm:pt modelId="{4B71E271-6654-4D0F-B8D5-D31BE6AEFA74}">
      <dgm:prSet/>
      <dgm:spPr/>
      <dgm:t>
        <a:bodyPr/>
        <a:lstStyle/>
        <a:p>
          <a:r>
            <a:rPr lang="en-US"/>
            <a:t>Multiple ways to harness GenAI ( co-pilot(integrated), gemini, ChatGPT, OpenAI </a:t>
          </a:r>
        </a:p>
      </dgm:t>
    </dgm:pt>
    <dgm:pt modelId="{85AA3BF2-ECEF-4AD9-8CDD-754561EAF5A1}" type="parTrans" cxnId="{FE8B7559-8D0A-448F-A08B-0D4DB3565F00}">
      <dgm:prSet/>
      <dgm:spPr/>
      <dgm:t>
        <a:bodyPr/>
        <a:lstStyle/>
        <a:p>
          <a:endParaRPr lang="en-US"/>
        </a:p>
      </dgm:t>
    </dgm:pt>
    <dgm:pt modelId="{8358A8DF-41FD-4B8D-BE2B-1F9747DFEC95}" type="sibTrans" cxnId="{FE8B7559-8D0A-448F-A08B-0D4DB3565F00}">
      <dgm:prSet/>
      <dgm:spPr/>
      <dgm:t>
        <a:bodyPr/>
        <a:lstStyle/>
        <a:p>
          <a:endParaRPr lang="en-US"/>
        </a:p>
      </dgm:t>
    </dgm:pt>
    <dgm:pt modelId="{C353285E-A9F1-4B82-B390-492E48897BBC}">
      <dgm:prSet/>
      <dgm:spPr/>
      <dgm:t>
        <a:bodyPr/>
        <a:lstStyle/>
        <a:p>
          <a:r>
            <a:rPr lang="en-US"/>
            <a:t>Prompt engineering </a:t>
          </a:r>
        </a:p>
      </dgm:t>
    </dgm:pt>
    <dgm:pt modelId="{56528EB4-7A94-4AA9-907E-4B754FBBE711}" type="parTrans" cxnId="{D1B10622-527C-407C-B660-2301E2BFF1EF}">
      <dgm:prSet/>
      <dgm:spPr/>
      <dgm:t>
        <a:bodyPr/>
        <a:lstStyle/>
        <a:p>
          <a:endParaRPr lang="en-US"/>
        </a:p>
      </dgm:t>
    </dgm:pt>
    <dgm:pt modelId="{03F7F7E9-E2EC-4BC9-86E5-CB77EE1C9267}" type="sibTrans" cxnId="{D1B10622-527C-407C-B660-2301E2BFF1EF}">
      <dgm:prSet/>
      <dgm:spPr/>
      <dgm:t>
        <a:bodyPr/>
        <a:lstStyle/>
        <a:p>
          <a:endParaRPr lang="en-US"/>
        </a:p>
      </dgm:t>
    </dgm:pt>
    <dgm:pt modelId="{69650D23-5B57-42BD-86CD-92E594114CE8}">
      <dgm:prSet/>
      <dgm:spPr/>
      <dgm:t>
        <a:bodyPr/>
        <a:lstStyle/>
        <a:p>
          <a:r>
            <a:rPr lang="en-US"/>
            <a:t>Types of prompts </a:t>
          </a:r>
        </a:p>
      </dgm:t>
    </dgm:pt>
    <dgm:pt modelId="{C1DDB002-5E9B-4465-975B-2B594EE630D7}" type="parTrans" cxnId="{98E32154-B069-4CBF-AA2B-8A317C60B2C4}">
      <dgm:prSet/>
      <dgm:spPr/>
      <dgm:t>
        <a:bodyPr/>
        <a:lstStyle/>
        <a:p>
          <a:endParaRPr lang="en-US"/>
        </a:p>
      </dgm:t>
    </dgm:pt>
    <dgm:pt modelId="{3E94546A-D4DB-482F-BC90-D8045F7BCAFA}" type="sibTrans" cxnId="{98E32154-B069-4CBF-AA2B-8A317C60B2C4}">
      <dgm:prSet/>
      <dgm:spPr/>
      <dgm:t>
        <a:bodyPr/>
        <a:lstStyle/>
        <a:p>
          <a:endParaRPr lang="en-US"/>
        </a:p>
      </dgm:t>
    </dgm:pt>
    <dgm:pt modelId="{310169C6-CFD8-4767-9AC7-5BB925650D36}">
      <dgm:prSet/>
      <dgm:spPr/>
      <dgm:t>
        <a:bodyPr/>
        <a:lstStyle/>
        <a:p>
          <a:r>
            <a:rPr lang="en-US"/>
            <a:t>Use Cases – PMO, Deep Research </a:t>
          </a:r>
        </a:p>
      </dgm:t>
    </dgm:pt>
    <dgm:pt modelId="{0E7E0AE7-E3CF-4CD9-965D-38D47DC7186E}" type="parTrans" cxnId="{1697B51C-CC9D-4DBC-953E-FC126365E43D}">
      <dgm:prSet/>
      <dgm:spPr/>
      <dgm:t>
        <a:bodyPr/>
        <a:lstStyle/>
        <a:p>
          <a:endParaRPr lang="en-US"/>
        </a:p>
      </dgm:t>
    </dgm:pt>
    <dgm:pt modelId="{11F65B5D-6623-4B46-AE00-D6B19BFED561}" type="sibTrans" cxnId="{1697B51C-CC9D-4DBC-953E-FC126365E43D}">
      <dgm:prSet/>
      <dgm:spPr/>
      <dgm:t>
        <a:bodyPr/>
        <a:lstStyle/>
        <a:p>
          <a:endParaRPr lang="en-US"/>
        </a:p>
      </dgm:t>
    </dgm:pt>
    <dgm:pt modelId="{D4AA1A14-56CB-42B3-965B-B2EDC67CA939}">
      <dgm:prSet/>
      <dgm:spPr/>
      <dgm:t>
        <a:bodyPr/>
        <a:lstStyle/>
        <a:p>
          <a:r>
            <a:rPr lang="en-US"/>
            <a:t>Prompts from prompts trick </a:t>
          </a:r>
        </a:p>
      </dgm:t>
    </dgm:pt>
    <dgm:pt modelId="{29D46B8B-AF3B-4256-8DF6-DD6C801AEB11}" type="parTrans" cxnId="{DD463E27-83DD-4A8F-B9D7-52CEF7E6EE54}">
      <dgm:prSet/>
      <dgm:spPr/>
      <dgm:t>
        <a:bodyPr/>
        <a:lstStyle/>
        <a:p>
          <a:endParaRPr lang="en-US"/>
        </a:p>
      </dgm:t>
    </dgm:pt>
    <dgm:pt modelId="{25058C75-60E9-4AB7-8CFC-8DCF214FF7A7}" type="sibTrans" cxnId="{DD463E27-83DD-4A8F-B9D7-52CEF7E6EE54}">
      <dgm:prSet/>
      <dgm:spPr/>
      <dgm:t>
        <a:bodyPr/>
        <a:lstStyle/>
        <a:p>
          <a:endParaRPr lang="en-US"/>
        </a:p>
      </dgm:t>
    </dgm:pt>
    <dgm:pt modelId="{1D7C6A3B-EB87-4BD5-BB7B-8F4020296AA0}">
      <dgm:prSet/>
      <dgm:spPr/>
      <dgm:t>
        <a:bodyPr/>
        <a:lstStyle/>
        <a:p>
          <a:r>
            <a:rPr lang="en-US"/>
            <a:t>Programmatic prompts  </a:t>
          </a:r>
        </a:p>
      </dgm:t>
    </dgm:pt>
    <dgm:pt modelId="{D3E03B88-94AA-4C30-BD14-51E31442EC9F}" type="parTrans" cxnId="{A5B19310-3B6C-4DB2-AF5D-10DCDE0270F0}">
      <dgm:prSet/>
      <dgm:spPr/>
      <dgm:t>
        <a:bodyPr/>
        <a:lstStyle/>
        <a:p>
          <a:endParaRPr lang="en-US"/>
        </a:p>
      </dgm:t>
    </dgm:pt>
    <dgm:pt modelId="{AE4038A2-C4E5-427F-A3A3-818CECC923BE}" type="sibTrans" cxnId="{A5B19310-3B6C-4DB2-AF5D-10DCDE0270F0}">
      <dgm:prSet/>
      <dgm:spPr/>
      <dgm:t>
        <a:bodyPr/>
        <a:lstStyle/>
        <a:p>
          <a:endParaRPr lang="en-US"/>
        </a:p>
      </dgm:t>
    </dgm:pt>
    <dgm:pt modelId="{0BD057B0-07A5-4C88-8861-8485108AFB83}">
      <dgm:prSet/>
      <dgm:spPr/>
      <dgm:t>
        <a:bodyPr/>
        <a:lstStyle/>
        <a:p>
          <a:r>
            <a:rPr lang="en-US" dirty="0"/>
            <a:t>LLM @ work – Advance use cases(RAG)</a:t>
          </a:r>
        </a:p>
      </dgm:t>
    </dgm:pt>
    <dgm:pt modelId="{3333A1BA-4B83-481D-BCFD-92B6AFF875EE}" type="parTrans" cxnId="{1F63115B-281D-4767-9264-0165DE60E242}">
      <dgm:prSet/>
      <dgm:spPr/>
      <dgm:t>
        <a:bodyPr/>
        <a:lstStyle/>
        <a:p>
          <a:endParaRPr lang="en-US"/>
        </a:p>
      </dgm:t>
    </dgm:pt>
    <dgm:pt modelId="{088E73E0-3177-4167-A167-5423D3CE60C0}" type="sibTrans" cxnId="{1F63115B-281D-4767-9264-0165DE60E242}">
      <dgm:prSet/>
      <dgm:spPr/>
      <dgm:t>
        <a:bodyPr/>
        <a:lstStyle/>
        <a:p>
          <a:endParaRPr lang="en-US"/>
        </a:p>
      </dgm:t>
    </dgm:pt>
    <dgm:pt modelId="{61840547-667F-43A3-9A48-41D606916E9F}">
      <dgm:prSet/>
      <dgm:spPr/>
      <dgm:t>
        <a:bodyPr/>
        <a:lstStyle/>
        <a:p>
          <a:r>
            <a:rPr lang="en-US" dirty="0"/>
            <a:t>RAG based (key concepts Vector embedding, Vector similarity) </a:t>
          </a:r>
        </a:p>
      </dgm:t>
    </dgm:pt>
    <dgm:pt modelId="{7E2619AA-289D-4671-A351-AE4EB0DD1FC3}" type="parTrans" cxnId="{2FB05CE7-09E3-49CC-ADC3-3CC8457DD3D7}">
      <dgm:prSet/>
      <dgm:spPr/>
      <dgm:t>
        <a:bodyPr/>
        <a:lstStyle/>
        <a:p>
          <a:endParaRPr lang="en-US"/>
        </a:p>
      </dgm:t>
    </dgm:pt>
    <dgm:pt modelId="{B6116708-4FCD-4DF7-ADAF-00899A3C8341}" type="sibTrans" cxnId="{2FB05CE7-09E3-49CC-ADC3-3CC8457DD3D7}">
      <dgm:prSet/>
      <dgm:spPr/>
      <dgm:t>
        <a:bodyPr/>
        <a:lstStyle/>
        <a:p>
          <a:endParaRPr lang="en-US"/>
        </a:p>
      </dgm:t>
    </dgm:pt>
    <dgm:pt modelId="{71AC5B6E-A4D6-4A4C-B18B-1A32BBD86A2C}">
      <dgm:prSet/>
      <dgm:spPr/>
      <dgm:t>
        <a:bodyPr/>
        <a:lstStyle/>
        <a:p>
          <a:r>
            <a:rPr lang="en-US" dirty="0"/>
            <a:t>Limitations </a:t>
          </a:r>
        </a:p>
      </dgm:t>
    </dgm:pt>
    <dgm:pt modelId="{A920C7E5-0D40-49A9-B7FE-1B889EAA923B}" type="parTrans" cxnId="{25DB8748-DD8A-45E5-AF17-17534331FEE7}">
      <dgm:prSet/>
      <dgm:spPr/>
      <dgm:t>
        <a:bodyPr/>
        <a:lstStyle/>
        <a:p>
          <a:endParaRPr lang="en-US"/>
        </a:p>
      </dgm:t>
    </dgm:pt>
    <dgm:pt modelId="{C2C1C7A1-5FF9-496B-8284-0EB405E6990B}" type="sibTrans" cxnId="{25DB8748-DD8A-45E5-AF17-17534331FEE7}">
      <dgm:prSet/>
      <dgm:spPr/>
      <dgm:t>
        <a:bodyPr/>
        <a:lstStyle/>
        <a:p>
          <a:endParaRPr lang="en-US"/>
        </a:p>
      </dgm:t>
    </dgm:pt>
    <dgm:pt modelId="{A3B9521D-6051-44C8-9EC6-5EDB786F0E7C}">
      <dgm:prSet/>
      <dgm:spPr/>
      <dgm:t>
        <a:bodyPr/>
        <a:lstStyle/>
        <a:p>
          <a:r>
            <a:rPr lang="en-US" dirty="0"/>
            <a:t>RAG Vs Fine tuning </a:t>
          </a:r>
        </a:p>
      </dgm:t>
    </dgm:pt>
    <dgm:pt modelId="{BF7319AD-4C1A-423D-BDF7-FB6071C9CA91}" type="parTrans" cxnId="{EEA1BFA5-3A31-47B7-B19B-95E7326EAC20}">
      <dgm:prSet/>
      <dgm:spPr/>
      <dgm:t>
        <a:bodyPr/>
        <a:lstStyle/>
        <a:p>
          <a:endParaRPr lang="en-US"/>
        </a:p>
      </dgm:t>
    </dgm:pt>
    <dgm:pt modelId="{D9C23A9B-C00B-4F84-8392-D0C08008DE22}" type="sibTrans" cxnId="{EEA1BFA5-3A31-47B7-B19B-95E7326EAC20}">
      <dgm:prSet/>
      <dgm:spPr/>
      <dgm:t>
        <a:bodyPr/>
        <a:lstStyle/>
        <a:p>
          <a:endParaRPr lang="en-US"/>
        </a:p>
      </dgm:t>
    </dgm:pt>
    <dgm:pt modelId="{ABB6E5EE-07CF-4D7E-88EC-8FA8EBED64B1}">
      <dgm:prSet/>
      <dgm:spPr/>
      <dgm:t>
        <a:bodyPr/>
        <a:lstStyle/>
        <a:p>
          <a:r>
            <a:rPr lang="en-US"/>
            <a:t>Knowledge Search </a:t>
          </a:r>
          <a:endParaRPr lang="en-US" dirty="0"/>
        </a:p>
      </dgm:t>
    </dgm:pt>
    <dgm:pt modelId="{67F74C44-0A52-424F-AE80-2088C384F83C}" type="parTrans" cxnId="{2017231E-A5A9-4D26-9366-041FBF65789B}">
      <dgm:prSet/>
      <dgm:spPr/>
      <dgm:t>
        <a:bodyPr/>
        <a:lstStyle/>
        <a:p>
          <a:endParaRPr lang="en-US"/>
        </a:p>
      </dgm:t>
    </dgm:pt>
    <dgm:pt modelId="{7C3AED58-E2F5-4881-8D23-09A7D6100C9B}" type="sibTrans" cxnId="{2017231E-A5A9-4D26-9366-041FBF65789B}">
      <dgm:prSet/>
      <dgm:spPr/>
      <dgm:t>
        <a:bodyPr/>
        <a:lstStyle/>
        <a:p>
          <a:endParaRPr lang="en-US"/>
        </a:p>
      </dgm:t>
    </dgm:pt>
    <dgm:pt modelId="{FFFBA434-7122-4139-8682-C12AE61ED2D3}">
      <dgm:prSet/>
      <dgm:spPr/>
      <dgm:t>
        <a:bodyPr/>
        <a:lstStyle/>
        <a:p>
          <a:r>
            <a:rPr lang="en-US"/>
            <a:t>Knowledge creation</a:t>
          </a:r>
          <a:endParaRPr lang="en-US" dirty="0"/>
        </a:p>
      </dgm:t>
    </dgm:pt>
    <dgm:pt modelId="{EBD313C1-B4B1-4400-AA50-83BE1A9D7347}" type="parTrans" cxnId="{1BB73269-CE48-4824-85C1-1536DC49C1A9}">
      <dgm:prSet/>
      <dgm:spPr/>
      <dgm:t>
        <a:bodyPr/>
        <a:lstStyle/>
        <a:p>
          <a:endParaRPr lang="en-US"/>
        </a:p>
      </dgm:t>
    </dgm:pt>
    <dgm:pt modelId="{B9CA2280-9829-4A97-9090-58824FBB21F3}" type="sibTrans" cxnId="{1BB73269-CE48-4824-85C1-1536DC49C1A9}">
      <dgm:prSet/>
      <dgm:spPr/>
      <dgm:t>
        <a:bodyPr/>
        <a:lstStyle/>
        <a:p>
          <a:endParaRPr lang="en-US"/>
        </a:p>
      </dgm:t>
    </dgm:pt>
    <dgm:pt modelId="{C25F3896-173D-4305-AEF6-F30118F9D5FF}">
      <dgm:prSet/>
      <dgm:spPr/>
      <dgm:t>
        <a:bodyPr/>
        <a:lstStyle/>
        <a:p>
          <a:r>
            <a:rPr lang="en-US"/>
            <a:t>Metrics for LLM based Solutions </a:t>
          </a:r>
          <a:endParaRPr lang="en-US" dirty="0"/>
        </a:p>
      </dgm:t>
    </dgm:pt>
    <dgm:pt modelId="{C8CC78F4-678B-4FBB-9327-5C5E8405295F}" type="parTrans" cxnId="{19D8BFCD-36BD-4BBC-9946-EFBF8AEAAD57}">
      <dgm:prSet/>
      <dgm:spPr/>
      <dgm:t>
        <a:bodyPr/>
        <a:lstStyle/>
        <a:p>
          <a:endParaRPr lang="en-US"/>
        </a:p>
      </dgm:t>
    </dgm:pt>
    <dgm:pt modelId="{54344340-E568-458A-8F14-9FA69342B42D}" type="sibTrans" cxnId="{19D8BFCD-36BD-4BBC-9946-EFBF8AEAAD57}">
      <dgm:prSet/>
      <dgm:spPr/>
      <dgm:t>
        <a:bodyPr/>
        <a:lstStyle/>
        <a:p>
          <a:endParaRPr lang="en-US"/>
        </a:p>
      </dgm:t>
    </dgm:pt>
    <dgm:pt modelId="{74A36FEA-5162-4E6D-8BDD-A1FC1881D011}">
      <dgm:prSet/>
      <dgm:spPr/>
      <dgm:t>
        <a:bodyPr/>
        <a:lstStyle/>
        <a:p>
          <a:r>
            <a:rPr lang="en-US" dirty="0"/>
            <a:t>Accuracy, Performance</a:t>
          </a:r>
        </a:p>
      </dgm:t>
    </dgm:pt>
    <dgm:pt modelId="{11018F96-0AAB-4DC8-947C-584FFF21C85D}" type="parTrans" cxnId="{1A005525-1025-431A-AF7F-46E4AD9A92AF}">
      <dgm:prSet/>
      <dgm:spPr/>
      <dgm:t>
        <a:bodyPr/>
        <a:lstStyle/>
        <a:p>
          <a:endParaRPr lang="en-US"/>
        </a:p>
      </dgm:t>
    </dgm:pt>
    <dgm:pt modelId="{2AFF4175-D415-4F5F-8F50-C885EADA9C25}" type="sibTrans" cxnId="{1A005525-1025-431A-AF7F-46E4AD9A92AF}">
      <dgm:prSet/>
      <dgm:spPr/>
      <dgm:t>
        <a:bodyPr/>
        <a:lstStyle/>
        <a:p>
          <a:endParaRPr lang="en-US"/>
        </a:p>
      </dgm:t>
    </dgm:pt>
    <dgm:pt modelId="{7AA1D940-4C0D-48B7-939D-7CAEF73B2BCB}">
      <dgm:prSet/>
      <dgm:spPr/>
      <dgm:t>
        <a:bodyPr/>
        <a:lstStyle/>
        <a:p>
          <a:r>
            <a:rPr lang="en-US"/>
            <a:t>Key Takeaway</a:t>
          </a:r>
          <a:endParaRPr lang="en-US" dirty="0"/>
        </a:p>
      </dgm:t>
    </dgm:pt>
    <dgm:pt modelId="{0B462733-5332-46D2-8159-319C7D4EF885}" type="parTrans" cxnId="{E6589C87-8877-4935-A712-D4594BD48EDB}">
      <dgm:prSet/>
      <dgm:spPr/>
      <dgm:t>
        <a:bodyPr/>
        <a:lstStyle/>
        <a:p>
          <a:endParaRPr lang="en-US"/>
        </a:p>
      </dgm:t>
    </dgm:pt>
    <dgm:pt modelId="{65D7B294-CF94-4B95-8ECC-BB0D2611D5A3}" type="sibTrans" cxnId="{E6589C87-8877-4935-A712-D4594BD48EDB}">
      <dgm:prSet/>
      <dgm:spPr/>
      <dgm:t>
        <a:bodyPr/>
        <a:lstStyle/>
        <a:p>
          <a:endParaRPr lang="en-US"/>
        </a:p>
      </dgm:t>
    </dgm:pt>
    <dgm:pt modelId="{3F275788-9351-45AF-849B-8C896FED1016}">
      <dgm:prSet/>
      <dgm:spPr/>
      <dgm:t>
        <a:bodyPr/>
        <a:lstStyle/>
        <a:p>
          <a:r>
            <a:rPr lang="en-US" dirty="0"/>
            <a:t>Quantify RAG ROI</a:t>
          </a:r>
        </a:p>
      </dgm:t>
    </dgm:pt>
    <dgm:pt modelId="{DDAD6B3D-BFD3-4959-B558-6B6CFCFECC7C}" type="parTrans" cxnId="{359F41B7-F14C-4AC6-B53E-80431968A019}">
      <dgm:prSet/>
      <dgm:spPr/>
      <dgm:t>
        <a:bodyPr/>
        <a:lstStyle/>
        <a:p>
          <a:endParaRPr lang="en-US"/>
        </a:p>
      </dgm:t>
    </dgm:pt>
    <dgm:pt modelId="{E5B41AC1-EF46-4B39-B28F-5BB68E2404F2}" type="sibTrans" cxnId="{359F41B7-F14C-4AC6-B53E-80431968A019}">
      <dgm:prSet/>
      <dgm:spPr/>
      <dgm:t>
        <a:bodyPr/>
        <a:lstStyle/>
        <a:p>
          <a:endParaRPr lang="en-US"/>
        </a:p>
      </dgm:t>
    </dgm:pt>
    <dgm:pt modelId="{9849BC55-6482-4148-A45F-024202EC0363}">
      <dgm:prSet/>
      <dgm:spPr/>
      <dgm:t>
        <a:bodyPr/>
        <a:lstStyle/>
        <a:p>
          <a:r>
            <a:rPr lang="en-US" dirty="0"/>
            <a:t>Golden Prompt </a:t>
          </a:r>
        </a:p>
      </dgm:t>
    </dgm:pt>
    <dgm:pt modelId="{D0474EED-6AF3-4A38-9847-A91C5753F76B}" type="parTrans" cxnId="{3E6B664D-8FB9-4FF9-9F39-7BC57A9276F0}">
      <dgm:prSet/>
      <dgm:spPr/>
      <dgm:t>
        <a:bodyPr/>
        <a:lstStyle/>
        <a:p>
          <a:endParaRPr lang="en-US"/>
        </a:p>
      </dgm:t>
    </dgm:pt>
    <dgm:pt modelId="{3607107C-D9DA-4C34-A2F5-9FC301175E91}" type="sibTrans" cxnId="{3E6B664D-8FB9-4FF9-9F39-7BC57A9276F0}">
      <dgm:prSet/>
      <dgm:spPr/>
      <dgm:t>
        <a:bodyPr/>
        <a:lstStyle/>
        <a:p>
          <a:endParaRPr lang="en-US"/>
        </a:p>
      </dgm:t>
    </dgm:pt>
    <dgm:pt modelId="{72502E36-89DD-4C8C-BB70-E292F94F98AF}">
      <dgm:prSet/>
      <dgm:spPr/>
      <dgm:t>
        <a:bodyPr/>
        <a:lstStyle/>
        <a:p>
          <a:r>
            <a:rPr lang="en-US" dirty="0"/>
            <a:t>Agile AI Ownership</a:t>
          </a:r>
        </a:p>
      </dgm:t>
    </dgm:pt>
    <dgm:pt modelId="{950E6E56-63C3-4BEE-A28F-0D11AB8A52CC}" type="parTrans" cxnId="{67D88BC0-0535-4A2D-9F7C-81A246077115}">
      <dgm:prSet/>
      <dgm:spPr/>
      <dgm:t>
        <a:bodyPr/>
        <a:lstStyle/>
        <a:p>
          <a:endParaRPr lang="en-US"/>
        </a:p>
      </dgm:t>
    </dgm:pt>
    <dgm:pt modelId="{A9053C06-7548-4461-870F-42E39897EE0E}" type="sibTrans" cxnId="{67D88BC0-0535-4A2D-9F7C-81A246077115}">
      <dgm:prSet/>
      <dgm:spPr/>
      <dgm:t>
        <a:bodyPr/>
        <a:lstStyle/>
        <a:p>
          <a:endParaRPr lang="en-US"/>
        </a:p>
      </dgm:t>
    </dgm:pt>
    <dgm:pt modelId="{268D66FA-A60A-47B9-A370-8B01B9D48805}">
      <dgm:prSet/>
      <dgm:spPr/>
      <dgm:t>
        <a:bodyPr/>
        <a:lstStyle/>
        <a:p>
          <a:r>
            <a:rPr lang="en-US"/>
            <a:t>Accelerate Product Delivery</a:t>
          </a:r>
          <a:endParaRPr lang="en-US" dirty="0"/>
        </a:p>
      </dgm:t>
    </dgm:pt>
    <dgm:pt modelId="{9243A5D0-72BA-412F-BAB7-EC6BE1EF0827}" type="parTrans" cxnId="{1DD3CFF8-D573-4DF9-9E4E-C3BA4678BF77}">
      <dgm:prSet/>
      <dgm:spPr/>
      <dgm:t>
        <a:bodyPr/>
        <a:lstStyle/>
        <a:p>
          <a:endParaRPr lang="en-US"/>
        </a:p>
      </dgm:t>
    </dgm:pt>
    <dgm:pt modelId="{DA3FFAEB-069D-41C2-A7F6-5AAF6F91F710}" type="sibTrans" cxnId="{1DD3CFF8-D573-4DF9-9E4E-C3BA4678BF77}">
      <dgm:prSet/>
      <dgm:spPr/>
      <dgm:t>
        <a:bodyPr/>
        <a:lstStyle/>
        <a:p>
          <a:endParaRPr lang="en-US"/>
        </a:p>
      </dgm:t>
    </dgm:pt>
    <dgm:pt modelId="{B2AF6B54-1531-4396-BD7B-AE85CAD44E91}">
      <dgm:prSet/>
      <dgm:spPr/>
      <dgm:t>
        <a:bodyPr/>
        <a:lstStyle/>
        <a:p>
          <a:r>
            <a:rPr lang="en-US"/>
            <a:t>Shift Human Skillset</a:t>
          </a:r>
          <a:endParaRPr lang="en-US" dirty="0"/>
        </a:p>
      </dgm:t>
    </dgm:pt>
    <dgm:pt modelId="{CB5A2C55-2701-4DB7-96FF-24F41AD778B3}" type="parTrans" cxnId="{22A0C025-F0FE-4030-B7F5-3BB2DC955CC3}">
      <dgm:prSet/>
      <dgm:spPr/>
      <dgm:t>
        <a:bodyPr/>
        <a:lstStyle/>
        <a:p>
          <a:endParaRPr lang="en-US"/>
        </a:p>
      </dgm:t>
    </dgm:pt>
    <dgm:pt modelId="{DD603CDF-3B6F-4E1B-93A3-C437A1DE9422}" type="sibTrans" cxnId="{22A0C025-F0FE-4030-B7F5-3BB2DC955CC3}">
      <dgm:prSet/>
      <dgm:spPr/>
      <dgm:t>
        <a:bodyPr/>
        <a:lstStyle/>
        <a:p>
          <a:endParaRPr lang="en-US"/>
        </a:p>
      </dgm:t>
    </dgm:pt>
    <dgm:pt modelId="{2F27281F-AA45-4E93-A99C-34C55F2AEFBC}" type="pres">
      <dgm:prSet presAssocID="{FBAD7EFA-EBAA-4170-9DC1-E25ED4176C52}" presName="diagram" presStyleCnt="0">
        <dgm:presLayoutVars>
          <dgm:chPref val="1"/>
          <dgm:dir/>
          <dgm:animOne val="branch"/>
          <dgm:animLvl val="lvl"/>
          <dgm:resizeHandles/>
        </dgm:presLayoutVars>
      </dgm:prSet>
      <dgm:spPr/>
    </dgm:pt>
    <dgm:pt modelId="{584A0C84-98F9-4587-85DC-2720255D6729}" type="pres">
      <dgm:prSet presAssocID="{0145BDCA-D97B-4807-BC25-592FCBDF04DE}" presName="root" presStyleCnt="0"/>
      <dgm:spPr/>
    </dgm:pt>
    <dgm:pt modelId="{2824AA8F-6065-4DDF-851A-77AAB1689F4C}" type="pres">
      <dgm:prSet presAssocID="{0145BDCA-D97B-4807-BC25-592FCBDF04DE}" presName="rootComposite" presStyleCnt="0"/>
      <dgm:spPr/>
    </dgm:pt>
    <dgm:pt modelId="{80C0091C-C6A8-433E-B91C-8C9370159FAB}" type="pres">
      <dgm:prSet presAssocID="{0145BDCA-D97B-4807-BC25-592FCBDF04DE}" presName="rootText" presStyleLbl="node1" presStyleIdx="0" presStyleCnt="8"/>
      <dgm:spPr/>
    </dgm:pt>
    <dgm:pt modelId="{E661B50F-E849-48A8-AC18-4F9943BB6B0B}" type="pres">
      <dgm:prSet presAssocID="{0145BDCA-D97B-4807-BC25-592FCBDF04DE}" presName="rootConnector" presStyleLbl="node1" presStyleIdx="0" presStyleCnt="8"/>
      <dgm:spPr/>
    </dgm:pt>
    <dgm:pt modelId="{3A6B3478-936B-484D-9934-6AF6457518CF}" type="pres">
      <dgm:prSet presAssocID="{0145BDCA-D97B-4807-BC25-592FCBDF04DE}" presName="childShape" presStyleCnt="0"/>
      <dgm:spPr/>
    </dgm:pt>
    <dgm:pt modelId="{18E8AD06-9198-494D-8517-5332FE2D7EBE}" type="pres">
      <dgm:prSet presAssocID="{8D572BD3-E528-4872-B239-019FF37499CE}" presName="Name13" presStyleLbl="parChTrans1D2" presStyleIdx="0" presStyleCnt="17"/>
      <dgm:spPr/>
    </dgm:pt>
    <dgm:pt modelId="{DC3093B6-380F-4875-8985-F8045137E5E0}" type="pres">
      <dgm:prSet presAssocID="{4A0C93B4-76F8-431B-861B-5279D000558F}" presName="childText" presStyleLbl="bgAcc1" presStyleIdx="0" presStyleCnt="17">
        <dgm:presLayoutVars>
          <dgm:bulletEnabled val="1"/>
        </dgm:presLayoutVars>
      </dgm:prSet>
      <dgm:spPr/>
    </dgm:pt>
    <dgm:pt modelId="{3F023227-6794-4B3B-A8CC-855BF87EE4E1}" type="pres">
      <dgm:prSet presAssocID="{B3F5C9EB-282B-4762-A32A-33D2E805B0F7}" presName="root" presStyleCnt="0"/>
      <dgm:spPr/>
    </dgm:pt>
    <dgm:pt modelId="{16C9B7F8-8EB7-4885-A783-36B08E76B6FA}" type="pres">
      <dgm:prSet presAssocID="{B3F5C9EB-282B-4762-A32A-33D2E805B0F7}" presName="rootComposite" presStyleCnt="0"/>
      <dgm:spPr/>
    </dgm:pt>
    <dgm:pt modelId="{5086B100-B3FD-4605-B26F-C2095E61D2BE}" type="pres">
      <dgm:prSet presAssocID="{B3F5C9EB-282B-4762-A32A-33D2E805B0F7}" presName="rootText" presStyleLbl="node1" presStyleIdx="1" presStyleCnt="8"/>
      <dgm:spPr/>
    </dgm:pt>
    <dgm:pt modelId="{24987B40-93E7-44DC-9040-F7F07CDD0DBF}" type="pres">
      <dgm:prSet presAssocID="{B3F5C9EB-282B-4762-A32A-33D2E805B0F7}" presName="rootConnector" presStyleLbl="node1" presStyleIdx="1" presStyleCnt="8"/>
      <dgm:spPr/>
    </dgm:pt>
    <dgm:pt modelId="{130885EB-36C7-4C62-8536-089F69608E19}" type="pres">
      <dgm:prSet presAssocID="{B3F5C9EB-282B-4762-A32A-33D2E805B0F7}" presName="childShape" presStyleCnt="0"/>
      <dgm:spPr/>
    </dgm:pt>
    <dgm:pt modelId="{1D6AC79C-22AC-4DB7-B002-892EF6537CD0}" type="pres">
      <dgm:prSet presAssocID="{CC54BDEC-9CAE-4FD3-B350-76000C0A039E}" presName="Name13" presStyleLbl="parChTrans1D2" presStyleIdx="1" presStyleCnt="17"/>
      <dgm:spPr/>
    </dgm:pt>
    <dgm:pt modelId="{56DFE983-B3C4-4391-AF2F-F5133C0A0848}" type="pres">
      <dgm:prSet presAssocID="{6B92277E-79FF-405B-8585-F686E2209DF9}" presName="childText" presStyleLbl="bgAcc1" presStyleIdx="1" presStyleCnt="17">
        <dgm:presLayoutVars>
          <dgm:bulletEnabled val="1"/>
        </dgm:presLayoutVars>
      </dgm:prSet>
      <dgm:spPr/>
    </dgm:pt>
    <dgm:pt modelId="{7786F628-BE1F-433F-A799-29765A63D276}" type="pres">
      <dgm:prSet presAssocID="{19E3FAD2-DB5B-4BD1-9639-6EDDC6E02716}" presName="root" presStyleCnt="0"/>
      <dgm:spPr/>
    </dgm:pt>
    <dgm:pt modelId="{F66B29A1-E7C2-4830-88C7-2681C0356EF1}" type="pres">
      <dgm:prSet presAssocID="{19E3FAD2-DB5B-4BD1-9639-6EDDC6E02716}" presName="rootComposite" presStyleCnt="0"/>
      <dgm:spPr/>
    </dgm:pt>
    <dgm:pt modelId="{686A3EDA-1412-48D4-9993-569D13619609}" type="pres">
      <dgm:prSet presAssocID="{19E3FAD2-DB5B-4BD1-9639-6EDDC6E02716}" presName="rootText" presStyleLbl="node1" presStyleIdx="2" presStyleCnt="8"/>
      <dgm:spPr/>
    </dgm:pt>
    <dgm:pt modelId="{2518D4C6-019A-4A3E-861C-2FD1CB656C91}" type="pres">
      <dgm:prSet presAssocID="{19E3FAD2-DB5B-4BD1-9639-6EDDC6E02716}" presName="rootConnector" presStyleLbl="node1" presStyleIdx="2" presStyleCnt="8"/>
      <dgm:spPr/>
    </dgm:pt>
    <dgm:pt modelId="{278E5D10-1623-4B1B-92E6-755B2A70E447}" type="pres">
      <dgm:prSet presAssocID="{19E3FAD2-DB5B-4BD1-9639-6EDDC6E02716}" presName="childShape" presStyleCnt="0"/>
      <dgm:spPr/>
    </dgm:pt>
    <dgm:pt modelId="{B57B2AFB-DC89-4B21-90DF-C40E22004CFF}" type="pres">
      <dgm:prSet presAssocID="{85AA3BF2-ECEF-4AD9-8CDD-754561EAF5A1}" presName="Name13" presStyleLbl="parChTrans1D2" presStyleIdx="2" presStyleCnt="17"/>
      <dgm:spPr/>
    </dgm:pt>
    <dgm:pt modelId="{38942B19-FB46-47FF-8FA6-8A1C9D99C28E}" type="pres">
      <dgm:prSet presAssocID="{4B71E271-6654-4D0F-B8D5-D31BE6AEFA74}" presName="childText" presStyleLbl="bgAcc1" presStyleIdx="2" presStyleCnt="17">
        <dgm:presLayoutVars>
          <dgm:bulletEnabled val="1"/>
        </dgm:presLayoutVars>
      </dgm:prSet>
      <dgm:spPr/>
    </dgm:pt>
    <dgm:pt modelId="{14F7BA63-DD50-4C90-97AC-C9BE928AD7BD}" type="pres">
      <dgm:prSet presAssocID="{C353285E-A9F1-4B82-B390-492E48897BBC}" presName="root" presStyleCnt="0"/>
      <dgm:spPr/>
    </dgm:pt>
    <dgm:pt modelId="{2DEF4D15-1EE7-4861-9989-EA3DD5705492}" type="pres">
      <dgm:prSet presAssocID="{C353285E-A9F1-4B82-B390-492E48897BBC}" presName="rootComposite" presStyleCnt="0"/>
      <dgm:spPr/>
    </dgm:pt>
    <dgm:pt modelId="{A0DAFCB6-6A35-4AC3-877F-7C9C0738B4BB}" type="pres">
      <dgm:prSet presAssocID="{C353285E-A9F1-4B82-B390-492E48897BBC}" presName="rootText" presStyleLbl="node1" presStyleIdx="3" presStyleCnt="8"/>
      <dgm:spPr/>
    </dgm:pt>
    <dgm:pt modelId="{4AD22D6C-1250-4C5D-A42D-12E0159F2BC7}" type="pres">
      <dgm:prSet presAssocID="{C353285E-A9F1-4B82-B390-492E48897BBC}" presName="rootConnector" presStyleLbl="node1" presStyleIdx="3" presStyleCnt="8"/>
      <dgm:spPr/>
    </dgm:pt>
    <dgm:pt modelId="{7DF2BDB6-1434-4490-ABAE-0170B849C6B3}" type="pres">
      <dgm:prSet presAssocID="{C353285E-A9F1-4B82-B390-492E48897BBC}" presName="childShape" presStyleCnt="0"/>
      <dgm:spPr/>
    </dgm:pt>
    <dgm:pt modelId="{05E7ADAD-F3B0-4E2E-ADEE-13838F3621F7}" type="pres">
      <dgm:prSet presAssocID="{C1DDB002-5E9B-4465-975B-2B594EE630D7}" presName="Name13" presStyleLbl="parChTrans1D2" presStyleIdx="3" presStyleCnt="17"/>
      <dgm:spPr/>
    </dgm:pt>
    <dgm:pt modelId="{A58BAC1C-B710-4DFC-931D-2DDEE4E320E7}" type="pres">
      <dgm:prSet presAssocID="{69650D23-5B57-42BD-86CD-92E594114CE8}" presName="childText" presStyleLbl="bgAcc1" presStyleIdx="3" presStyleCnt="17">
        <dgm:presLayoutVars>
          <dgm:bulletEnabled val="1"/>
        </dgm:presLayoutVars>
      </dgm:prSet>
      <dgm:spPr/>
    </dgm:pt>
    <dgm:pt modelId="{6FA0CFED-F852-4077-8650-1B2E50E4345E}" type="pres">
      <dgm:prSet presAssocID="{0E7E0AE7-E3CF-4CD9-965D-38D47DC7186E}" presName="Name13" presStyleLbl="parChTrans1D2" presStyleIdx="4" presStyleCnt="17"/>
      <dgm:spPr/>
    </dgm:pt>
    <dgm:pt modelId="{355CFB3B-C19F-416D-8F84-F883D7D8A974}" type="pres">
      <dgm:prSet presAssocID="{310169C6-CFD8-4767-9AC7-5BB925650D36}" presName="childText" presStyleLbl="bgAcc1" presStyleIdx="4" presStyleCnt="17">
        <dgm:presLayoutVars>
          <dgm:bulletEnabled val="1"/>
        </dgm:presLayoutVars>
      </dgm:prSet>
      <dgm:spPr/>
    </dgm:pt>
    <dgm:pt modelId="{600564F9-08C6-4755-89E7-FF4F8BAD48F1}" type="pres">
      <dgm:prSet presAssocID="{29D46B8B-AF3B-4256-8DF6-DD6C801AEB11}" presName="Name13" presStyleLbl="parChTrans1D2" presStyleIdx="5" presStyleCnt="17"/>
      <dgm:spPr/>
    </dgm:pt>
    <dgm:pt modelId="{7233BBE3-7441-4FD3-917D-B91C20A51F66}" type="pres">
      <dgm:prSet presAssocID="{D4AA1A14-56CB-42B3-965B-B2EDC67CA939}" presName="childText" presStyleLbl="bgAcc1" presStyleIdx="5" presStyleCnt="17">
        <dgm:presLayoutVars>
          <dgm:bulletEnabled val="1"/>
        </dgm:presLayoutVars>
      </dgm:prSet>
      <dgm:spPr/>
    </dgm:pt>
    <dgm:pt modelId="{40BEB259-AA5A-44F5-8787-52AFF20B38ED}" type="pres">
      <dgm:prSet presAssocID="{D3E03B88-94AA-4C30-BD14-51E31442EC9F}" presName="Name13" presStyleLbl="parChTrans1D2" presStyleIdx="6" presStyleCnt="17"/>
      <dgm:spPr/>
    </dgm:pt>
    <dgm:pt modelId="{B0B3D481-2238-4E1D-A6C4-5BF29D61926C}" type="pres">
      <dgm:prSet presAssocID="{1D7C6A3B-EB87-4BD5-BB7B-8F4020296AA0}" presName="childText" presStyleLbl="bgAcc1" presStyleIdx="6" presStyleCnt="17">
        <dgm:presLayoutVars>
          <dgm:bulletEnabled val="1"/>
        </dgm:presLayoutVars>
      </dgm:prSet>
      <dgm:spPr/>
    </dgm:pt>
    <dgm:pt modelId="{F3FA19E5-F716-4240-9628-1C105E63B472}" type="pres">
      <dgm:prSet presAssocID="{0BD057B0-07A5-4C88-8861-8485108AFB83}" presName="root" presStyleCnt="0"/>
      <dgm:spPr/>
    </dgm:pt>
    <dgm:pt modelId="{CBF8DA1C-D6AD-47E6-8FF9-48EEA1AF1698}" type="pres">
      <dgm:prSet presAssocID="{0BD057B0-07A5-4C88-8861-8485108AFB83}" presName="rootComposite" presStyleCnt="0"/>
      <dgm:spPr/>
    </dgm:pt>
    <dgm:pt modelId="{27C674B3-4846-44E7-AD53-DAE330E056E7}" type="pres">
      <dgm:prSet presAssocID="{0BD057B0-07A5-4C88-8861-8485108AFB83}" presName="rootText" presStyleLbl="node1" presStyleIdx="4" presStyleCnt="8"/>
      <dgm:spPr/>
    </dgm:pt>
    <dgm:pt modelId="{C4F77E46-FE35-4AB9-9EC6-8DE50246466C}" type="pres">
      <dgm:prSet presAssocID="{0BD057B0-07A5-4C88-8861-8485108AFB83}" presName="rootConnector" presStyleLbl="node1" presStyleIdx="4" presStyleCnt="8"/>
      <dgm:spPr/>
    </dgm:pt>
    <dgm:pt modelId="{2032D6DF-50F1-4C07-858D-A86D3435DA99}" type="pres">
      <dgm:prSet presAssocID="{0BD057B0-07A5-4C88-8861-8485108AFB83}" presName="childShape" presStyleCnt="0"/>
      <dgm:spPr/>
    </dgm:pt>
    <dgm:pt modelId="{9B37C5FB-4906-4C7A-8560-C0CA19D2F4A2}" type="pres">
      <dgm:prSet presAssocID="{7E2619AA-289D-4671-A351-AE4EB0DD1FC3}" presName="Name13" presStyleLbl="parChTrans1D2" presStyleIdx="7" presStyleCnt="17"/>
      <dgm:spPr/>
    </dgm:pt>
    <dgm:pt modelId="{94F492FF-34F4-466B-A7FD-540DB8E2EC1D}" type="pres">
      <dgm:prSet presAssocID="{61840547-667F-43A3-9A48-41D606916E9F}" presName="childText" presStyleLbl="bgAcc1" presStyleIdx="7" presStyleCnt="17">
        <dgm:presLayoutVars>
          <dgm:bulletEnabled val="1"/>
        </dgm:presLayoutVars>
      </dgm:prSet>
      <dgm:spPr/>
    </dgm:pt>
    <dgm:pt modelId="{CCC3B184-E4F8-4F12-80A8-D7B5DCD25209}" type="pres">
      <dgm:prSet presAssocID="{67F74C44-0A52-424F-AE80-2088C384F83C}" presName="Name13" presStyleLbl="parChTrans1D2" presStyleIdx="8" presStyleCnt="17"/>
      <dgm:spPr/>
    </dgm:pt>
    <dgm:pt modelId="{F161385A-BBD4-4C72-AF1E-FB7426C3D036}" type="pres">
      <dgm:prSet presAssocID="{ABB6E5EE-07CF-4D7E-88EC-8FA8EBED64B1}" presName="childText" presStyleLbl="bgAcc1" presStyleIdx="8" presStyleCnt="17">
        <dgm:presLayoutVars>
          <dgm:bulletEnabled val="1"/>
        </dgm:presLayoutVars>
      </dgm:prSet>
      <dgm:spPr/>
    </dgm:pt>
    <dgm:pt modelId="{6F980241-F6C4-4510-A02F-292BCD529021}" type="pres">
      <dgm:prSet presAssocID="{EBD313C1-B4B1-4400-AA50-83BE1A9D7347}" presName="Name13" presStyleLbl="parChTrans1D2" presStyleIdx="9" presStyleCnt="17"/>
      <dgm:spPr/>
    </dgm:pt>
    <dgm:pt modelId="{1435E8A7-BBDD-4DDC-B722-70EE66BE1CC9}" type="pres">
      <dgm:prSet presAssocID="{FFFBA434-7122-4139-8682-C12AE61ED2D3}" presName="childText" presStyleLbl="bgAcc1" presStyleIdx="9" presStyleCnt="17">
        <dgm:presLayoutVars>
          <dgm:bulletEnabled val="1"/>
        </dgm:presLayoutVars>
      </dgm:prSet>
      <dgm:spPr/>
    </dgm:pt>
    <dgm:pt modelId="{5639B341-0EAF-47E9-84D7-AEE5335A58B1}" type="pres">
      <dgm:prSet presAssocID="{A920C7E5-0D40-49A9-B7FE-1B889EAA923B}" presName="Name13" presStyleLbl="parChTrans1D2" presStyleIdx="10" presStyleCnt="17"/>
      <dgm:spPr/>
    </dgm:pt>
    <dgm:pt modelId="{F604F342-14FD-4168-A62E-B765B4C1F2C8}" type="pres">
      <dgm:prSet presAssocID="{71AC5B6E-A4D6-4A4C-B18B-1A32BBD86A2C}" presName="childText" presStyleLbl="bgAcc1" presStyleIdx="10" presStyleCnt="17">
        <dgm:presLayoutVars>
          <dgm:bulletEnabled val="1"/>
        </dgm:presLayoutVars>
      </dgm:prSet>
      <dgm:spPr/>
    </dgm:pt>
    <dgm:pt modelId="{9D3FBEDD-E5DD-4C72-A3BE-EB96EFA1B5C6}" type="pres">
      <dgm:prSet presAssocID="{A3B9521D-6051-44C8-9EC6-5EDB786F0E7C}" presName="root" presStyleCnt="0"/>
      <dgm:spPr/>
    </dgm:pt>
    <dgm:pt modelId="{EC9773B1-E026-4F8E-9CF3-343C235AFB40}" type="pres">
      <dgm:prSet presAssocID="{A3B9521D-6051-44C8-9EC6-5EDB786F0E7C}" presName="rootComposite" presStyleCnt="0"/>
      <dgm:spPr/>
    </dgm:pt>
    <dgm:pt modelId="{EC664407-F880-4887-8544-EBF296142BAF}" type="pres">
      <dgm:prSet presAssocID="{A3B9521D-6051-44C8-9EC6-5EDB786F0E7C}" presName="rootText" presStyleLbl="node1" presStyleIdx="5" presStyleCnt="8"/>
      <dgm:spPr/>
    </dgm:pt>
    <dgm:pt modelId="{876A91F6-84AE-4532-B73D-FD6094758815}" type="pres">
      <dgm:prSet presAssocID="{A3B9521D-6051-44C8-9EC6-5EDB786F0E7C}" presName="rootConnector" presStyleLbl="node1" presStyleIdx="5" presStyleCnt="8"/>
      <dgm:spPr/>
    </dgm:pt>
    <dgm:pt modelId="{4C462B8E-5D05-40D3-93CB-D4A66A34F35D}" type="pres">
      <dgm:prSet presAssocID="{A3B9521D-6051-44C8-9EC6-5EDB786F0E7C}" presName="childShape" presStyleCnt="0"/>
      <dgm:spPr/>
    </dgm:pt>
    <dgm:pt modelId="{5EC7FB56-62B5-44C6-AB07-004604E3046A}" type="pres">
      <dgm:prSet presAssocID="{C25F3896-173D-4305-AEF6-F30118F9D5FF}" presName="root" presStyleCnt="0"/>
      <dgm:spPr/>
    </dgm:pt>
    <dgm:pt modelId="{146109E4-3E18-466E-97D2-8DD24AF0C666}" type="pres">
      <dgm:prSet presAssocID="{C25F3896-173D-4305-AEF6-F30118F9D5FF}" presName="rootComposite" presStyleCnt="0"/>
      <dgm:spPr/>
    </dgm:pt>
    <dgm:pt modelId="{FA6C869B-DB1A-42BF-B12E-32691EFF4B38}" type="pres">
      <dgm:prSet presAssocID="{C25F3896-173D-4305-AEF6-F30118F9D5FF}" presName="rootText" presStyleLbl="node1" presStyleIdx="6" presStyleCnt="8"/>
      <dgm:spPr/>
    </dgm:pt>
    <dgm:pt modelId="{9C70EBD4-2368-4692-A289-488A5C0B793A}" type="pres">
      <dgm:prSet presAssocID="{C25F3896-173D-4305-AEF6-F30118F9D5FF}" presName="rootConnector" presStyleLbl="node1" presStyleIdx="6" presStyleCnt="8"/>
      <dgm:spPr/>
    </dgm:pt>
    <dgm:pt modelId="{7D219D5A-6EC9-4D90-AFC1-9B0BCD5A14AE}" type="pres">
      <dgm:prSet presAssocID="{C25F3896-173D-4305-AEF6-F30118F9D5FF}" presName="childShape" presStyleCnt="0"/>
      <dgm:spPr/>
    </dgm:pt>
    <dgm:pt modelId="{44790A62-A852-48FB-AC1D-375803774DCF}" type="pres">
      <dgm:prSet presAssocID="{11018F96-0AAB-4DC8-947C-584FFF21C85D}" presName="Name13" presStyleLbl="parChTrans1D2" presStyleIdx="11" presStyleCnt="17"/>
      <dgm:spPr/>
    </dgm:pt>
    <dgm:pt modelId="{95F717ED-4CAC-4702-A56B-C777DA6D4403}" type="pres">
      <dgm:prSet presAssocID="{74A36FEA-5162-4E6D-8BDD-A1FC1881D011}" presName="childText" presStyleLbl="bgAcc1" presStyleIdx="11" presStyleCnt="17">
        <dgm:presLayoutVars>
          <dgm:bulletEnabled val="1"/>
        </dgm:presLayoutVars>
      </dgm:prSet>
      <dgm:spPr/>
    </dgm:pt>
    <dgm:pt modelId="{9AA9E59F-EA2C-4816-9BA5-F5414C50EB19}" type="pres">
      <dgm:prSet presAssocID="{7AA1D940-4C0D-48B7-939D-7CAEF73B2BCB}" presName="root" presStyleCnt="0"/>
      <dgm:spPr/>
    </dgm:pt>
    <dgm:pt modelId="{F3B9CF1E-9664-4212-A0F1-9B34B0DFA8F5}" type="pres">
      <dgm:prSet presAssocID="{7AA1D940-4C0D-48B7-939D-7CAEF73B2BCB}" presName="rootComposite" presStyleCnt="0"/>
      <dgm:spPr/>
    </dgm:pt>
    <dgm:pt modelId="{34D3B104-F469-4B0A-B033-9E5BC0EF8ECD}" type="pres">
      <dgm:prSet presAssocID="{7AA1D940-4C0D-48B7-939D-7CAEF73B2BCB}" presName="rootText" presStyleLbl="node1" presStyleIdx="7" presStyleCnt="8"/>
      <dgm:spPr/>
    </dgm:pt>
    <dgm:pt modelId="{4DC4C840-BB22-4E22-B273-97AD5ACB3647}" type="pres">
      <dgm:prSet presAssocID="{7AA1D940-4C0D-48B7-939D-7CAEF73B2BCB}" presName="rootConnector" presStyleLbl="node1" presStyleIdx="7" presStyleCnt="8"/>
      <dgm:spPr/>
    </dgm:pt>
    <dgm:pt modelId="{C77FDE2C-BCB4-44FA-9F62-4E49B37450D7}" type="pres">
      <dgm:prSet presAssocID="{7AA1D940-4C0D-48B7-939D-7CAEF73B2BCB}" presName="childShape" presStyleCnt="0"/>
      <dgm:spPr/>
    </dgm:pt>
    <dgm:pt modelId="{06C88347-16C4-4CCA-A7A0-4858BFF1DEB8}" type="pres">
      <dgm:prSet presAssocID="{DDAD6B3D-BFD3-4959-B558-6B6CFCFECC7C}" presName="Name13" presStyleLbl="parChTrans1D2" presStyleIdx="12" presStyleCnt="17"/>
      <dgm:spPr/>
    </dgm:pt>
    <dgm:pt modelId="{2508BC76-7AF0-48DF-A792-3581291B533C}" type="pres">
      <dgm:prSet presAssocID="{3F275788-9351-45AF-849B-8C896FED1016}" presName="childText" presStyleLbl="bgAcc1" presStyleIdx="12" presStyleCnt="17">
        <dgm:presLayoutVars>
          <dgm:bulletEnabled val="1"/>
        </dgm:presLayoutVars>
      </dgm:prSet>
      <dgm:spPr/>
    </dgm:pt>
    <dgm:pt modelId="{07968839-081D-44A6-AEFB-36A33A42957B}" type="pres">
      <dgm:prSet presAssocID="{D0474EED-6AF3-4A38-9847-A91C5753F76B}" presName="Name13" presStyleLbl="parChTrans1D2" presStyleIdx="13" presStyleCnt="17"/>
      <dgm:spPr/>
    </dgm:pt>
    <dgm:pt modelId="{CC1F3C29-FD48-4B97-87E9-734BD79665CF}" type="pres">
      <dgm:prSet presAssocID="{9849BC55-6482-4148-A45F-024202EC0363}" presName="childText" presStyleLbl="bgAcc1" presStyleIdx="13" presStyleCnt="17">
        <dgm:presLayoutVars>
          <dgm:bulletEnabled val="1"/>
        </dgm:presLayoutVars>
      </dgm:prSet>
      <dgm:spPr/>
    </dgm:pt>
    <dgm:pt modelId="{93BA4F2C-F363-4879-A3EB-EF3B78F095D7}" type="pres">
      <dgm:prSet presAssocID="{9243A5D0-72BA-412F-BAB7-EC6BE1EF0827}" presName="Name13" presStyleLbl="parChTrans1D2" presStyleIdx="14" presStyleCnt="17"/>
      <dgm:spPr/>
    </dgm:pt>
    <dgm:pt modelId="{FFE20635-0E35-4D32-BBDA-300C6E9F5B92}" type="pres">
      <dgm:prSet presAssocID="{268D66FA-A60A-47B9-A370-8B01B9D48805}" presName="childText" presStyleLbl="bgAcc1" presStyleIdx="14" presStyleCnt="17">
        <dgm:presLayoutVars>
          <dgm:bulletEnabled val="1"/>
        </dgm:presLayoutVars>
      </dgm:prSet>
      <dgm:spPr/>
    </dgm:pt>
    <dgm:pt modelId="{41E5632C-D040-4D6B-9164-F663BD10D802}" type="pres">
      <dgm:prSet presAssocID="{950E6E56-63C3-4BEE-A28F-0D11AB8A52CC}" presName="Name13" presStyleLbl="parChTrans1D2" presStyleIdx="15" presStyleCnt="17"/>
      <dgm:spPr/>
    </dgm:pt>
    <dgm:pt modelId="{54EE67B3-1A67-435D-9A2B-5564909D22EF}" type="pres">
      <dgm:prSet presAssocID="{72502E36-89DD-4C8C-BB70-E292F94F98AF}" presName="childText" presStyleLbl="bgAcc1" presStyleIdx="15" presStyleCnt="17">
        <dgm:presLayoutVars>
          <dgm:bulletEnabled val="1"/>
        </dgm:presLayoutVars>
      </dgm:prSet>
      <dgm:spPr/>
    </dgm:pt>
    <dgm:pt modelId="{3CB3C3DE-E08F-4DE4-9DAB-AD91594D5A6D}" type="pres">
      <dgm:prSet presAssocID="{CB5A2C55-2701-4DB7-96FF-24F41AD778B3}" presName="Name13" presStyleLbl="parChTrans1D2" presStyleIdx="16" presStyleCnt="17"/>
      <dgm:spPr/>
    </dgm:pt>
    <dgm:pt modelId="{A7CE3473-467E-4BC7-8D44-B95D79D6A741}" type="pres">
      <dgm:prSet presAssocID="{B2AF6B54-1531-4396-BD7B-AE85CAD44E91}" presName="childText" presStyleLbl="bgAcc1" presStyleIdx="16" presStyleCnt="17">
        <dgm:presLayoutVars>
          <dgm:bulletEnabled val="1"/>
        </dgm:presLayoutVars>
      </dgm:prSet>
      <dgm:spPr/>
    </dgm:pt>
  </dgm:ptLst>
  <dgm:cxnLst>
    <dgm:cxn modelId="{A0B4EF00-8FC6-4742-9A17-F59180E58041}" type="presOf" srcId="{9849BC55-6482-4148-A45F-024202EC0363}" destId="{CC1F3C29-FD48-4B97-87E9-734BD79665CF}" srcOrd="0" destOrd="0" presId="urn:microsoft.com/office/officeart/2005/8/layout/hierarchy3"/>
    <dgm:cxn modelId="{4A928301-4477-4ACA-B972-3C9F78715949}" type="presOf" srcId="{9243A5D0-72BA-412F-BAB7-EC6BE1EF0827}" destId="{93BA4F2C-F363-4879-A3EB-EF3B78F095D7}" srcOrd="0" destOrd="0" presId="urn:microsoft.com/office/officeart/2005/8/layout/hierarchy3"/>
    <dgm:cxn modelId="{085BDB03-8A15-4B5E-BA47-20B80D0BA2A6}" type="presOf" srcId="{8D572BD3-E528-4872-B239-019FF37499CE}" destId="{18E8AD06-9198-494D-8517-5332FE2D7EBE}" srcOrd="0" destOrd="0" presId="urn:microsoft.com/office/officeart/2005/8/layout/hierarchy3"/>
    <dgm:cxn modelId="{948F7E0B-108D-4FFE-8375-6B1DC2CB65B2}" type="presOf" srcId="{61840547-667F-43A3-9A48-41D606916E9F}" destId="{94F492FF-34F4-466B-A7FD-540DB8E2EC1D}" srcOrd="0" destOrd="0" presId="urn:microsoft.com/office/officeart/2005/8/layout/hierarchy3"/>
    <dgm:cxn modelId="{A5B19310-3B6C-4DB2-AF5D-10DCDE0270F0}" srcId="{C353285E-A9F1-4B82-B390-492E48897BBC}" destId="{1D7C6A3B-EB87-4BD5-BB7B-8F4020296AA0}" srcOrd="3" destOrd="0" parTransId="{D3E03B88-94AA-4C30-BD14-51E31442EC9F}" sibTransId="{AE4038A2-C4E5-427F-A3A3-818CECC923BE}"/>
    <dgm:cxn modelId="{A1136214-B1A2-429D-AA6D-10E73807613B}" type="presOf" srcId="{C1DDB002-5E9B-4465-975B-2B594EE630D7}" destId="{05E7ADAD-F3B0-4E2E-ADEE-13838F3621F7}" srcOrd="0" destOrd="0" presId="urn:microsoft.com/office/officeart/2005/8/layout/hierarchy3"/>
    <dgm:cxn modelId="{EAD4E01A-6B87-4B96-B23C-56241D2FB5E0}" type="presOf" srcId="{0E7E0AE7-E3CF-4CD9-965D-38D47DC7186E}" destId="{6FA0CFED-F852-4077-8650-1B2E50E4345E}" srcOrd="0" destOrd="0" presId="urn:microsoft.com/office/officeart/2005/8/layout/hierarchy3"/>
    <dgm:cxn modelId="{1697B51C-CC9D-4DBC-953E-FC126365E43D}" srcId="{C353285E-A9F1-4B82-B390-492E48897BBC}" destId="{310169C6-CFD8-4767-9AC7-5BB925650D36}" srcOrd="1" destOrd="0" parTransId="{0E7E0AE7-E3CF-4CD9-965D-38D47DC7186E}" sibTransId="{11F65B5D-6623-4B46-AE00-D6B19BFED561}"/>
    <dgm:cxn modelId="{2017231E-A5A9-4D26-9366-041FBF65789B}" srcId="{0BD057B0-07A5-4C88-8861-8485108AFB83}" destId="{ABB6E5EE-07CF-4D7E-88EC-8FA8EBED64B1}" srcOrd="1" destOrd="0" parTransId="{67F74C44-0A52-424F-AE80-2088C384F83C}" sibTransId="{7C3AED58-E2F5-4881-8D23-09A7D6100C9B}"/>
    <dgm:cxn modelId="{0AD91E20-D5F3-4580-8C1A-981A6B5C9874}" type="presOf" srcId="{0BD057B0-07A5-4C88-8861-8485108AFB83}" destId="{C4F77E46-FE35-4AB9-9EC6-8DE50246466C}" srcOrd="1" destOrd="0" presId="urn:microsoft.com/office/officeart/2005/8/layout/hierarchy3"/>
    <dgm:cxn modelId="{D1B10622-527C-407C-B660-2301E2BFF1EF}" srcId="{FBAD7EFA-EBAA-4170-9DC1-E25ED4176C52}" destId="{C353285E-A9F1-4B82-B390-492E48897BBC}" srcOrd="3" destOrd="0" parTransId="{56528EB4-7A94-4AA9-907E-4B754FBBE711}" sibTransId="{03F7F7E9-E2EC-4BC9-86E5-CB77EE1C9267}"/>
    <dgm:cxn modelId="{1A005525-1025-431A-AF7F-46E4AD9A92AF}" srcId="{C25F3896-173D-4305-AEF6-F30118F9D5FF}" destId="{74A36FEA-5162-4E6D-8BDD-A1FC1881D011}" srcOrd="0" destOrd="0" parTransId="{11018F96-0AAB-4DC8-947C-584FFF21C85D}" sibTransId="{2AFF4175-D415-4F5F-8F50-C885EADA9C25}"/>
    <dgm:cxn modelId="{22A0C025-F0FE-4030-B7F5-3BB2DC955CC3}" srcId="{7AA1D940-4C0D-48B7-939D-7CAEF73B2BCB}" destId="{B2AF6B54-1531-4396-BD7B-AE85CAD44E91}" srcOrd="4" destOrd="0" parTransId="{CB5A2C55-2701-4DB7-96FF-24F41AD778B3}" sibTransId="{DD603CDF-3B6F-4E1B-93A3-C437A1DE9422}"/>
    <dgm:cxn modelId="{04480D27-150D-4CF8-8006-317F35234630}" type="presOf" srcId="{B3F5C9EB-282B-4762-A32A-33D2E805B0F7}" destId="{24987B40-93E7-44DC-9040-F7F07CDD0DBF}" srcOrd="1" destOrd="0" presId="urn:microsoft.com/office/officeart/2005/8/layout/hierarchy3"/>
    <dgm:cxn modelId="{DD463E27-83DD-4A8F-B9D7-52CEF7E6EE54}" srcId="{C353285E-A9F1-4B82-B390-492E48897BBC}" destId="{D4AA1A14-56CB-42B3-965B-B2EDC67CA939}" srcOrd="2" destOrd="0" parTransId="{29D46B8B-AF3B-4256-8DF6-DD6C801AEB11}" sibTransId="{25058C75-60E9-4AB7-8CFC-8DCF214FF7A7}"/>
    <dgm:cxn modelId="{F6958F30-7B11-4904-88CC-71C175EF3911}" type="presOf" srcId="{268D66FA-A60A-47B9-A370-8B01B9D48805}" destId="{FFE20635-0E35-4D32-BBDA-300C6E9F5B92}" srcOrd="0" destOrd="0" presId="urn:microsoft.com/office/officeart/2005/8/layout/hierarchy3"/>
    <dgm:cxn modelId="{1F63115B-281D-4767-9264-0165DE60E242}" srcId="{FBAD7EFA-EBAA-4170-9DC1-E25ED4176C52}" destId="{0BD057B0-07A5-4C88-8861-8485108AFB83}" srcOrd="4" destOrd="0" parTransId="{3333A1BA-4B83-481D-BCFD-92B6AFF875EE}" sibTransId="{088E73E0-3177-4167-A167-5423D3CE60C0}"/>
    <dgm:cxn modelId="{71DAE35B-9698-4392-B463-F7C10683CE4F}" type="presOf" srcId="{C25F3896-173D-4305-AEF6-F30118F9D5FF}" destId="{FA6C869B-DB1A-42BF-B12E-32691EFF4B38}" srcOrd="0" destOrd="0" presId="urn:microsoft.com/office/officeart/2005/8/layout/hierarchy3"/>
    <dgm:cxn modelId="{F765FA5D-DC9A-4DC6-BA6F-BAB906DE5553}" type="presOf" srcId="{4A0C93B4-76F8-431B-861B-5279D000558F}" destId="{DC3093B6-380F-4875-8985-F8045137E5E0}" srcOrd="0" destOrd="0" presId="urn:microsoft.com/office/officeart/2005/8/layout/hierarchy3"/>
    <dgm:cxn modelId="{2440C241-FB93-4598-B513-9D40D18234D4}" type="presOf" srcId="{71AC5B6E-A4D6-4A4C-B18B-1A32BBD86A2C}" destId="{F604F342-14FD-4168-A62E-B765B4C1F2C8}" srcOrd="0" destOrd="0" presId="urn:microsoft.com/office/officeart/2005/8/layout/hierarchy3"/>
    <dgm:cxn modelId="{FDEDFB41-A163-498C-BA53-AACA6FED710D}" type="presOf" srcId="{0145BDCA-D97B-4807-BC25-592FCBDF04DE}" destId="{E661B50F-E849-48A8-AC18-4F9943BB6B0B}" srcOrd="1" destOrd="0" presId="urn:microsoft.com/office/officeart/2005/8/layout/hierarchy3"/>
    <dgm:cxn modelId="{40E3F643-998C-4C42-AD72-448331443DCD}" type="presOf" srcId="{A920C7E5-0D40-49A9-B7FE-1B889EAA923B}" destId="{5639B341-0EAF-47E9-84D7-AEE5335A58B1}" srcOrd="0" destOrd="0" presId="urn:microsoft.com/office/officeart/2005/8/layout/hierarchy3"/>
    <dgm:cxn modelId="{6ED70E65-20BF-467E-A57A-9DA025A55958}" type="presOf" srcId="{950E6E56-63C3-4BEE-A28F-0D11AB8A52CC}" destId="{41E5632C-D040-4D6B-9164-F663BD10D802}" srcOrd="0" destOrd="0" presId="urn:microsoft.com/office/officeart/2005/8/layout/hierarchy3"/>
    <dgm:cxn modelId="{C8937B66-B69E-4CCA-9F17-8FA497E70AD3}" type="presOf" srcId="{CC54BDEC-9CAE-4FD3-B350-76000C0A039E}" destId="{1D6AC79C-22AC-4DB7-B002-892EF6537CD0}" srcOrd="0" destOrd="0" presId="urn:microsoft.com/office/officeart/2005/8/layout/hierarchy3"/>
    <dgm:cxn modelId="{25DB8748-DD8A-45E5-AF17-17534331FEE7}" srcId="{0BD057B0-07A5-4C88-8861-8485108AFB83}" destId="{71AC5B6E-A4D6-4A4C-B18B-1A32BBD86A2C}" srcOrd="3" destOrd="0" parTransId="{A920C7E5-0D40-49A9-B7FE-1B889EAA923B}" sibTransId="{C2C1C7A1-5FF9-496B-8284-0EB405E6990B}"/>
    <dgm:cxn modelId="{1BB73269-CE48-4824-85C1-1536DC49C1A9}" srcId="{0BD057B0-07A5-4C88-8861-8485108AFB83}" destId="{FFFBA434-7122-4139-8682-C12AE61ED2D3}" srcOrd="2" destOrd="0" parTransId="{EBD313C1-B4B1-4400-AA50-83BE1A9D7347}" sibTransId="{B9CA2280-9829-4A97-9090-58824FBB21F3}"/>
    <dgm:cxn modelId="{E57C824B-41B7-4108-9914-6937C93CE118}" type="presOf" srcId="{72502E36-89DD-4C8C-BB70-E292F94F98AF}" destId="{54EE67B3-1A67-435D-9A2B-5564909D22EF}" srcOrd="0" destOrd="0" presId="urn:microsoft.com/office/officeart/2005/8/layout/hierarchy3"/>
    <dgm:cxn modelId="{FAFCA06C-8076-494A-829E-11AC53184217}" type="presOf" srcId="{FFFBA434-7122-4139-8682-C12AE61ED2D3}" destId="{1435E8A7-BBDD-4DDC-B722-70EE66BE1CC9}" srcOrd="0" destOrd="0" presId="urn:microsoft.com/office/officeart/2005/8/layout/hierarchy3"/>
    <dgm:cxn modelId="{3E6B664D-8FB9-4FF9-9F39-7BC57A9276F0}" srcId="{7AA1D940-4C0D-48B7-939D-7CAEF73B2BCB}" destId="{9849BC55-6482-4148-A45F-024202EC0363}" srcOrd="1" destOrd="0" parTransId="{D0474EED-6AF3-4A38-9847-A91C5753F76B}" sibTransId="{3607107C-D9DA-4C34-A2F5-9FC301175E91}"/>
    <dgm:cxn modelId="{E9D3E64E-5FD7-4F9E-80FA-4B097B9F7F45}" type="presOf" srcId="{C353285E-A9F1-4B82-B390-492E48897BBC}" destId="{4AD22D6C-1250-4C5D-A42D-12E0159F2BC7}" srcOrd="1" destOrd="0" presId="urn:microsoft.com/office/officeart/2005/8/layout/hierarchy3"/>
    <dgm:cxn modelId="{5A634C53-7D04-473A-9868-F78CC5F488FD}" type="presOf" srcId="{FBAD7EFA-EBAA-4170-9DC1-E25ED4176C52}" destId="{2F27281F-AA45-4E93-A99C-34C55F2AEFBC}" srcOrd="0" destOrd="0" presId="urn:microsoft.com/office/officeart/2005/8/layout/hierarchy3"/>
    <dgm:cxn modelId="{98E32154-B069-4CBF-AA2B-8A317C60B2C4}" srcId="{C353285E-A9F1-4B82-B390-492E48897BBC}" destId="{69650D23-5B57-42BD-86CD-92E594114CE8}" srcOrd="0" destOrd="0" parTransId="{C1DDB002-5E9B-4465-975B-2B594EE630D7}" sibTransId="{3E94546A-D4DB-482F-BC90-D8045F7BCAFA}"/>
    <dgm:cxn modelId="{F4316754-4AF7-42C6-BE17-522280B9BAB7}" type="presOf" srcId="{7E2619AA-289D-4671-A351-AE4EB0DD1FC3}" destId="{9B37C5FB-4906-4C7A-8560-C0CA19D2F4A2}" srcOrd="0" destOrd="0" presId="urn:microsoft.com/office/officeart/2005/8/layout/hierarchy3"/>
    <dgm:cxn modelId="{A9F4A957-5228-4935-A2EA-8E3E7174D0E4}" srcId="{FBAD7EFA-EBAA-4170-9DC1-E25ED4176C52}" destId="{19E3FAD2-DB5B-4BD1-9639-6EDDC6E02716}" srcOrd="2" destOrd="0" parTransId="{35D20A85-0CD7-4CFC-83E5-414429F59417}" sibTransId="{E3940F0F-D5E2-4CAF-A354-BCF3F081C89B}"/>
    <dgm:cxn modelId="{17B94279-3FF7-4E4D-B690-DC008308CC50}" type="presOf" srcId="{B3F5C9EB-282B-4762-A32A-33D2E805B0F7}" destId="{5086B100-B3FD-4605-B26F-C2095E61D2BE}" srcOrd="0" destOrd="0" presId="urn:microsoft.com/office/officeart/2005/8/layout/hierarchy3"/>
    <dgm:cxn modelId="{FE8B7559-8D0A-448F-A08B-0D4DB3565F00}" srcId="{19E3FAD2-DB5B-4BD1-9639-6EDDC6E02716}" destId="{4B71E271-6654-4D0F-B8D5-D31BE6AEFA74}" srcOrd="0" destOrd="0" parTransId="{85AA3BF2-ECEF-4AD9-8CDD-754561EAF5A1}" sibTransId="{8358A8DF-41FD-4B8D-BE2B-1F9747DFEC95}"/>
    <dgm:cxn modelId="{31680F7D-9CC8-46DF-9C66-1B96B3D7F1CF}" type="presOf" srcId="{A3B9521D-6051-44C8-9EC6-5EDB786F0E7C}" destId="{EC664407-F880-4887-8544-EBF296142BAF}" srcOrd="0" destOrd="0" presId="urn:microsoft.com/office/officeart/2005/8/layout/hierarchy3"/>
    <dgm:cxn modelId="{A1DB557D-08A8-44AA-9115-9F4A606694F7}" type="presOf" srcId="{D4AA1A14-56CB-42B3-965B-B2EDC67CA939}" destId="{7233BBE3-7441-4FD3-917D-B91C20A51F66}" srcOrd="0" destOrd="0" presId="urn:microsoft.com/office/officeart/2005/8/layout/hierarchy3"/>
    <dgm:cxn modelId="{D06D957D-C040-46CA-9174-CA830C01F1CE}" type="presOf" srcId="{69650D23-5B57-42BD-86CD-92E594114CE8}" destId="{A58BAC1C-B710-4DFC-931D-2DDEE4E320E7}" srcOrd="0" destOrd="0" presId="urn:microsoft.com/office/officeart/2005/8/layout/hierarchy3"/>
    <dgm:cxn modelId="{E6589C87-8877-4935-A712-D4594BD48EDB}" srcId="{FBAD7EFA-EBAA-4170-9DC1-E25ED4176C52}" destId="{7AA1D940-4C0D-48B7-939D-7CAEF73B2BCB}" srcOrd="7" destOrd="0" parTransId="{0B462733-5332-46D2-8159-319C7D4EF885}" sibTransId="{65D7B294-CF94-4B95-8ECC-BB0D2611D5A3}"/>
    <dgm:cxn modelId="{1212D487-B52B-4376-B057-C4DC4802EBFD}" type="presOf" srcId="{3F275788-9351-45AF-849B-8C896FED1016}" destId="{2508BC76-7AF0-48DF-A792-3581291B533C}" srcOrd="0" destOrd="0" presId="urn:microsoft.com/office/officeart/2005/8/layout/hierarchy3"/>
    <dgm:cxn modelId="{BE3B368A-BAA6-42E1-9F2C-22B1DA9401CE}" type="presOf" srcId="{CB5A2C55-2701-4DB7-96FF-24F41AD778B3}" destId="{3CB3C3DE-E08F-4DE4-9DAB-AD91594D5A6D}" srcOrd="0" destOrd="0" presId="urn:microsoft.com/office/officeart/2005/8/layout/hierarchy3"/>
    <dgm:cxn modelId="{50759B8D-E3F6-425C-976B-D0454965353B}" type="presOf" srcId="{EBD313C1-B4B1-4400-AA50-83BE1A9D7347}" destId="{6F980241-F6C4-4510-A02F-292BCD529021}" srcOrd="0" destOrd="0" presId="urn:microsoft.com/office/officeart/2005/8/layout/hierarchy3"/>
    <dgm:cxn modelId="{C64D808E-5B7C-4FB0-8ED5-A9D5BC38F807}" type="presOf" srcId="{19E3FAD2-DB5B-4BD1-9639-6EDDC6E02716}" destId="{2518D4C6-019A-4A3E-861C-2FD1CB656C91}" srcOrd="1" destOrd="0" presId="urn:microsoft.com/office/officeart/2005/8/layout/hierarchy3"/>
    <dgm:cxn modelId="{D6870793-A1A3-4F4C-9368-545D4DE83715}" type="presOf" srcId="{85AA3BF2-ECEF-4AD9-8CDD-754561EAF5A1}" destId="{B57B2AFB-DC89-4B21-90DF-C40E22004CFF}" srcOrd="0" destOrd="0" presId="urn:microsoft.com/office/officeart/2005/8/layout/hierarchy3"/>
    <dgm:cxn modelId="{E4F2C299-2B80-4D9A-B0FE-18290395BD15}" srcId="{FBAD7EFA-EBAA-4170-9DC1-E25ED4176C52}" destId="{0145BDCA-D97B-4807-BC25-592FCBDF04DE}" srcOrd="0" destOrd="0" parTransId="{7ABA68BB-1A5D-45D4-9282-FD84D5FFE6D7}" sibTransId="{6D6ED21C-F12B-4E97-89C1-EB783F3EBB43}"/>
    <dgm:cxn modelId="{3210609E-E952-49B1-9C9E-3A7E27959EE0}" type="presOf" srcId="{74A36FEA-5162-4E6D-8BDD-A1FC1881D011}" destId="{95F717ED-4CAC-4702-A56B-C777DA6D4403}" srcOrd="0" destOrd="0" presId="urn:microsoft.com/office/officeart/2005/8/layout/hierarchy3"/>
    <dgm:cxn modelId="{C23D529E-4A87-461E-8B22-B368C4D24A73}" type="presOf" srcId="{6B92277E-79FF-405B-8585-F686E2209DF9}" destId="{56DFE983-B3C4-4391-AF2F-F5133C0A0848}" srcOrd="0" destOrd="0" presId="urn:microsoft.com/office/officeart/2005/8/layout/hierarchy3"/>
    <dgm:cxn modelId="{CF1B539E-3466-4FBF-B2BD-1B9EA305DB24}" type="presOf" srcId="{D3E03B88-94AA-4C30-BD14-51E31442EC9F}" destId="{40BEB259-AA5A-44F5-8787-52AFF20B38ED}" srcOrd="0" destOrd="0" presId="urn:microsoft.com/office/officeart/2005/8/layout/hierarchy3"/>
    <dgm:cxn modelId="{EEA1BFA5-3A31-47B7-B19B-95E7326EAC20}" srcId="{FBAD7EFA-EBAA-4170-9DC1-E25ED4176C52}" destId="{A3B9521D-6051-44C8-9EC6-5EDB786F0E7C}" srcOrd="5" destOrd="0" parTransId="{BF7319AD-4C1A-423D-BDF7-FB6071C9CA91}" sibTransId="{D9C23A9B-C00B-4F84-8392-D0C08008DE22}"/>
    <dgm:cxn modelId="{0ACC63A9-713E-495F-8DC9-EDC2C62F2003}" type="presOf" srcId="{1D7C6A3B-EB87-4BD5-BB7B-8F4020296AA0}" destId="{B0B3D481-2238-4E1D-A6C4-5BF29D61926C}" srcOrd="0" destOrd="0" presId="urn:microsoft.com/office/officeart/2005/8/layout/hierarchy3"/>
    <dgm:cxn modelId="{0A2699AD-825A-43A9-A263-42F7338957B2}" type="presOf" srcId="{A3B9521D-6051-44C8-9EC6-5EDB786F0E7C}" destId="{876A91F6-84AE-4532-B73D-FD6094758815}" srcOrd="1" destOrd="0" presId="urn:microsoft.com/office/officeart/2005/8/layout/hierarchy3"/>
    <dgm:cxn modelId="{B94872B3-16AD-411A-9948-B917EA837FE8}" type="presOf" srcId="{DDAD6B3D-BFD3-4959-B558-6B6CFCFECC7C}" destId="{06C88347-16C4-4CCA-A7A0-4858BFF1DEB8}" srcOrd="0" destOrd="0" presId="urn:microsoft.com/office/officeart/2005/8/layout/hierarchy3"/>
    <dgm:cxn modelId="{EE6EFFB5-5A41-4B15-B2E6-DF848B9641F4}" type="presOf" srcId="{4B71E271-6654-4D0F-B8D5-D31BE6AEFA74}" destId="{38942B19-FB46-47FF-8FA6-8A1C9D99C28E}" srcOrd="0" destOrd="0" presId="urn:microsoft.com/office/officeart/2005/8/layout/hierarchy3"/>
    <dgm:cxn modelId="{2A7A60B6-D2C6-493C-AE3F-E165A38EDA4E}" type="presOf" srcId="{11018F96-0AAB-4DC8-947C-584FFF21C85D}" destId="{44790A62-A852-48FB-AC1D-375803774DCF}" srcOrd="0" destOrd="0" presId="urn:microsoft.com/office/officeart/2005/8/layout/hierarchy3"/>
    <dgm:cxn modelId="{359F41B7-F14C-4AC6-B53E-80431968A019}" srcId="{7AA1D940-4C0D-48B7-939D-7CAEF73B2BCB}" destId="{3F275788-9351-45AF-849B-8C896FED1016}" srcOrd="0" destOrd="0" parTransId="{DDAD6B3D-BFD3-4959-B558-6B6CFCFECC7C}" sibTransId="{E5B41AC1-EF46-4B39-B28F-5BB68E2404F2}"/>
    <dgm:cxn modelId="{1567A0B8-468E-49E1-B3B0-DEC8EA8A9058}" type="presOf" srcId="{67F74C44-0A52-424F-AE80-2088C384F83C}" destId="{CCC3B184-E4F8-4F12-80A8-D7B5DCD25209}" srcOrd="0" destOrd="0" presId="urn:microsoft.com/office/officeart/2005/8/layout/hierarchy3"/>
    <dgm:cxn modelId="{D308ACB9-ECCC-4240-B00D-9CE6BF9A8FF5}" type="presOf" srcId="{7AA1D940-4C0D-48B7-939D-7CAEF73B2BCB}" destId="{34D3B104-F469-4B0A-B033-9E5BC0EF8ECD}" srcOrd="0" destOrd="0" presId="urn:microsoft.com/office/officeart/2005/8/layout/hierarchy3"/>
    <dgm:cxn modelId="{7AADBDBB-4C28-405C-A9B1-7ADC00B31086}" type="presOf" srcId="{D0474EED-6AF3-4A38-9847-A91C5753F76B}" destId="{07968839-081D-44A6-AEFB-36A33A42957B}" srcOrd="0" destOrd="0" presId="urn:microsoft.com/office/officeart/2005/8/layout/hierarchy3"/>
    <dgm:cxn modelId="{6E4237BD-3D87-4F8A-B691-FCE813765FC3}" type="presOf" srcId="{B2AF6B54-1531-4396-BD7B-AE85CAD44E91}" destId="{A7CE3473-467E-4BC7-8D44-B95D79D6A741}" srcOrd="0" destOrd="0" presId="urn:microsoft.com/office/officeart/2005/8/layout/hierarchy3"/>
    <dgm:cxn modelId="{67D88BC0-0535-4A2D-9F7C-81A246077115}" srcId="{7AA1D940-4C0D-48B7-939D-7CAEF73B2BCB}" destId="{72502E36-89DD-4C8C-BB70-E292F94F98AF}" srcOrd="3" destOrd="0" parTransId="{950E6E56-63C3-4BEE-A28F-0D11AB8A52CC}" sibTransId="{A9053C06-7548-4461-870F-42E39897EE0E}"/>
    <dgm:cxn modelId="{40148BC2-886F-4322-A185-655982A0524E}" type="presOf" srcId="{310169C6-CFD8-4767-9AC7-5BB925650D36}" destId="{355CFB3B-C19F-416D-8F84-F883D7D8A974}" srcOrd="0" destOrd="0" presId="urn:microsoft.com/office/officeart/2005/8/layout/hierarchy3"/>
    <dgm:cxn modelId="{F86A03C5-DB77-434A-A412-C7D33105D0F7}" srcId="{B3F5C9EB-282B-4762-A32A-33D2E805B0F7}" destId="{6B92277E-79FF-405B-8585-F686E2209DF9}" srcOrd="0" destOrd="0" parTransId="{CC54BDEC-9CAE-4FD3-B350-76000C0A039E}" sibTransId="{978563B2-9054-4067-B182-A1AFBE9C8F7A}"/>
    <dgm:cxn modelId="{94B0FFC8-78A0-4D8E-8411-B4ACEA7621D9}" srcId="{FBAD7EFA-EBAA-4170-9DC1-E25ED4176C52}" destId="{B3F5C9EB-282B-4762-A32A-33D2E805B0F7}" srcOrd="1" destOrd="0" parTransId="{6F290ACF-EDB8-4E30-9D1C-ACCD3803B5B1}" sibTransId="{4A0366DC-DF79-44C1-B678-CFCA3032F9EA}"/>
    <dgm:cxn modelId="{EE9D3EC9-D702-4F15-A19A-1C44A3702A6A}" srcId="{0145BDCA-D97B-4807-BC25-592FCBDF04DE}" destId="{4A0C93B4-76F8-431B-861B-5279D000558F}" srcOrd="0" destOrd="0" parTransId="{8D572BD3-E528-4872-B239-019FF37499CE}" sibTransId="{5ECA9AE4-7E0C-4BD4-BC32-A55AD1EA4F70}"/>
    <dgm:cxn modelId="{19D8BFCD-36BD-4BBC-9946-EFBF8AEAAD57}" srcId="{FBAD7EFA-EBAA-4170-9DC1-E25ED4176C52}" destId="{C25F3896-173D-4305-AEF6-F30118F9D5FF}" srcOrd="6" destOrd="0" parTransId="{C8CC78F4-678B-4FBB-9327-5C5E8405295F}" sibTransId="{54344340-E568-458A-8F14-9FA69342B42D}"/>
    <dgm:cxn modelId="{E6C337CE-5C26-4B05-9AE5-8B7E2FB6CD96}" type="presOf" srcId="{19E3FAD2-DB5B-4BD1-9639-6EDDC6E02716}" destId="{686A3EDA-1412-48D4-9993-569D13619609}" srcOrd="0" destOrd="0" presId="urn:microsoft.com/office/officeart/2005/8/layout/hierarchy3"/>
    <dgm:cxn modelId="{83C5C7D0-281C-4FDA-B6B8-88301449E818}" type="presOf" srcId="{7AA1D940-4C0D-48B7-939D-7CAEF73B2BCB}" destId="{4DC4C840-BB22-4E22-B273-97AD5ACB3647}" srcOrd="1" destOrd="0" presId="urn:microsoft.com/office/officeart/2005/8/layout/hierarchy3"/>
    <dgm:cxn modelId="{42A9C0DC-9424-42DE-B89E-03AD9AA8CB73}" type="presOf" srcId="{0BD057B0-07A5-4C88-8861-8485108AFB83}" destId="{27C674B3-4846-44E7-AD53-DAE330E056E7}" srcOrd="0" destOrd="0" presId="urn:microsoft.com/office/officeart/2005/8/layout/hierarchy3"/>
    <dgm:cxn modelId="{7DB4F5DD-6E54-466F-A63D-BCAA96442366}" type="presOf" srcId="{C25F3896-173D-4305-AEF6-F30118F9D5FF}" destId="{9C70EBD4-2368-4692-A289-488A5C0B793A}" srcOrd="1" destOrd="0" presId="urn:microsoft.com/office/officeart/2005/8/layout/hierarchy3"/>
    <dgm:cxn modelId="{2FB05CE7-09E3-49CC-ADC3-3CC8457DD3D7}" srcId="{0BD057B0-07A5-4C88-8861-8485108AFB83}" destId="{61840547-667F-43A3-9A48-41D606916E9F}" srcOrd="0" destOrd="0" parTransId="{7E2619AA-289D-4671-A351-AE4EB0DD1FC3}" sibTransId="{B6116708-4FCD-4DF7-ADAF-00899A3C8341}"/>
    <dgm:cxn modelId="{30AC5FEC-089E-48FE-B5F3-A310D8B4EF25}" type="presOf" srcId="{0145BDCA-D97B-4807-BC25-592FCBDF04DE}" destId="{80C0091C-C6A8-433E-B91C-8C9370159FAB}" srcOrd="0" destOrd="0" presId="urn:microsoft.com/office/officeart/2005/8/layout/hierarchy3"/>
    <dgm:cxn modelId="{2907B6EE-1F17-4171-9474-CD8F884E0F8F}" type="presOf" srcId="{C353285E-A9F1-4B82-B390-492E48897BBC}" destId="{A0DAFCB6-6A35-4AC3-877F-7C9C0738B4BB}" srcOrd="0" destOrd="0" presId="urn:microsoft.com/office/officeart/2005/8/layout/hierarchy3"/>
    <dgm:cxn modelId="{1EEECAF6-06A3-4E73-A95F-4781FA5CA846}" type="presOf" srcId="{29D46B8B-AF3B-4256-8DF6-DD6C801AEB11}" destId="{600564F9-08C6-4755-89E7-FF4F8BAD48F1}" srcOrd="0" destOrd="0" presId="urn:microsoft.com/office/officeart/2005/8/layout/hierarchy3"/>
    <dgm:cxn modelId="{1DD3CFF8-D573-4DF9-9E4E-C3BA4678BF77}" srcId="{7AA1D940-4C0D-48B7-939D-7CAEF73B2BCB}" destId="{268D66FA-A60A-47B9-A370-8B01B9D48805}" srcOrd="2" destOrd="0" parTransId="{9243A5D0-72BA-412F-BAB7-EC6BE1EF0827}" sibTransId="{DA3FFAEB-069D-41C2-A7F6-5AAF6F91F710}"/>
    <dgm:cxn modelId="{29EDFBFF-D747-488F-AECB-9888D9FD0D4A}" type="presOf" srcId="{ABB6E5EE-07CF-4D7E-88EC-8FA8EBED64B1}" destId="{F161385A-BBD4-4C72-AF1E-FB7426C3D036}" srcOrd="0" destOrd="0" presId="urn:microsoft.com/office/officeart/2005/8/layout/hierarchy3"/>
    <dgm:cxn modelId="{74DF632E-1665-4C35-8018-96987A500557}" type="presParOf" srcId="{2F27281F-AA45-4E93-A99C-34C55F2AEFBC}" destId="{584A0C84-98F9-4587-85DC-2720255D6729}" srcOrd="0" destOrd="0" presId="urn:microsoft.com/office/officeart/2005/8/layout/hierarchy3"/>
    <dgm:cxn modelId="{9E07503E-EC5E-4075-8A72-346757CD3B4D}" type="presParOf" srcId="{584A0C84-98F9-4587-85DC-2720255D6729}" destId="{2824AA8F-6065-4DDF-851A-77AAB1689F4C}" srcOrd="0" destOrd="0" presId="urn:microsoft.com/office/officeart/2005/8/layout/hierarchy3"/>
    <dgm:cxn modelId="{F7196B12-5EFE-4DE9-A90F-5B719461DA6C}" type="presParOf" srcId="{2824AA8F-6065-4DDF-851A-77AAB1689F4C}" destId="{80C0091C-C6A8-433E-B91C-8C9370159FAB}" srcOrd="0" destOrd="0" presId="urn:microsoft.com/office/officeart/2005/8/layout/hierarchy3"/>
    <dgm:cxn modelId="{8E56F52E-8097-4F7C-B2FA-A167FF36D2BA}" type="presParOf" srcId="{2824AA8F-6065-4DDF-851A-77AAB1689F4C}" destId="{E661B50F-E849-48A8-AC18-4F9943BB6B0B}" srcOrd="1" destOrd="0" presId="urn:microsoft.com/office/officeart/2005/8/layout/hierarchy3"/>
    <dgm:cxn modelId="{607BC930-AE0B-419A-8034-76C494815D5C}" type="presParOf" srcId="{584A0C84-98F9-4587-85DC-2720255D6729}" destId="{3A6B3478-936B-484D-9934-6AF6457518CF}" srcOrd="1" destOrd="0" presId="urn:microsoft.com/office/officeart/2005/8/layout/hierarchy3"/>
    <dgm:cxn modelId="{63591DB3-FB1F-4BE5-A8DB-01096DC47A23}" type="presParOf" srcId="{3A6B3478-936B-484D-9934-6AF6457518CF}" destId="{18E8AD06-9198-494D-8517-5332FE2D7EBE}" srcOrd="0" destOrd="0" presId="urn:microsoft.com/office/officeart/2005/8/layout/hierarchy3"/>
    <dgm:cxn modelId="{A0AE8C5B-76A0-49FB-9C8F-EE8576629CDA}" type="presParOf" srcId="{3A6B3478-936B-484D-9934-6AF6457518CF}" destId="{DC3093B6-380F-4875-8985-F8045137E5E0}" srcOrd="1" destOrd="0" presId="urn:microsoft.com/office/officeart/2005/8/layout/hierarchy3"/>
    <dgm:cxn modelId="{296DBF52-BCC0-4EF9-BAD4-6BE1DC16EB33}" type="presParOf" srcId="{2F27281F-AA45-4E93-A99C-34C55F2AEFBC}" destId="{3F023227-6794-4B3B-A8CC-855BF87EE4E1}" srcOrd="1" destOrd="0" presId="urn:microsoft.com/office/officeart/2005/8/layout/hierarchy3"/>
    <dgm:cxn modelId="{A190BF40-34A3-429A-88B2-F7B08F5F143F}" type="presParOf" srcId="{3F023227-6794-4B3B-A8CC-855BF87EE4E1}" destId="{16C9B7F8-8EB7-4885-A783-36B08E76B6FA}" srcOrd="0" destOrd="0" presId="urn:microsoft.com/office/officeart/2005/8/layout/hierarchy3"/>
    <dgm:cxn modelId="{EE44E207-1675-492C-9C5E-C9F948D0DE86}" type="presParOf" srcId="{16C9B7F8-8EB7-4885-A783-36B08E76B6FA}" destId="{5086B100-B3FD-4605-B26F-C2095E61D2BE}" srcOrd="0" destOrd="0" presId="urn:microsoft.com/office/officeart/2005/8/layout/hierarchy3"/>
    <dgm:cxn modelId="{09C362F7-C531-4511-9080-FEEEF6589C7A}" type="presParOf" srcId="{16C9B7F8-8EB7-4885-A783-36B08E76B6FA}" destId="{24987B40-93E7-44DC-9040-F7F07CDD0DBF}" srcOrd="1" destOrd="0" presId="urn:microsoft.com/office/officeart/2005/8/layout/hierarchy3"/>
    <dgm:cxn modelId="{DD439269-9291-482A-942D-9E68F3DBCDE9}" type="presParOf" srcId="{3F023227-6794-4B3B-A8CC-855BF87EE4E1}" destId="{130885EB-36C7-4C62-8536-089F69608E19}" srcOrd="1" destOrd="0" presId="urn:microsoft.com/office/officeart/2005/8/layout/hierarchy3"/>
    <dgm:cxn modelId="{CE8F1D2F-22F7-4367-9F47-591B5D3C17A2}" type="presParOf" srcId="{130885EB-36C7-4C62-8536-089F69608E19}" destId="{1D6AC79C-22AC-4DB7-B002-892EF6537CD0}" srcOrd="0" destOrd="0" presId="urn:microsoft.com/office/officeart/2005/8/layout/hierarchy3"/>
    <dgm:cxn modelId="{93246D57-61E4-4FA7-ABAC-293021C67B09}" type="presParOf" srcId="{130885EB-36C7-4C62-8536-089F69608E19}" destId="{56DFE983-B3C4-4391-AF2F-F5133C0A0848}" srcOrd="1" destOrd="0" presId="urn:microsoft.com/office/officeart/2005/8/layout/hierarchy3"/>
    <dgm:cxn modelId="{CF45A6BA-4C63-479B-9E1E-F835A1F6A6A8}" type="presParOf" srcId="{2F27281F-AA45-4E93-A99C-34C55F2AEFBC}" destId="{7786F628-BE1F-433F-A799-29765A63D276}" srcOrd="2" destOrd="0" presId="urn:microsoft.com/office/officeart/2005/8/layout/hierarchy3"/>
    <dgm:cxn modelId="{91A32580-06C8-4F47-AD20-4C7DA7E3E6A9}" type="presParOf" srcId="{7786F628-BE1F-433F-A799-29765A63D276}" destId="{F66B29A1-E7C2-4830-88C7-2681C0356EF1}" srcOrd="0" destOrd="0" presId="urn:microsoft.com/office/officeart/2005/8/layout/hierarchy3"/>
    <dgm:cxn modelId="{8C058FFB-64A2-47FA-8B68-ABC5CE70F83D}" type="presParOf" srcId="{F66B29A1-E7C2-4830-88C7-2681C0356EF1}" destId="{686A3EDA-1412-48D4-9993-569D13619609}" srcOrd="0" destOrd="0" presId="urn:microsoft.com/office/officeart/2005/8/layout/hierarchy3"/>
    <dgm:cxn modelId="{8A42C811-BD1C-4E2C-8A5D-E77D5665AE73}" type="presParOf" srcId="{F66B29A1-E7C2-4830-88C7-2681C0356EF1}" destId="{2518D4C6-019A-4A3E-861C-2FD1CB656C91}" srcOrd="1" destOrd="0" presId="urn:microsoft.com/office/officeart/2005/8/layout/hierarchy3"/>
    <dgm:cxn modelId="{7A71DA18-5E11-4836-B2A9-D57309D9291B}" type="presParOf" srcId="{7786F628-BE1F-433F-A799-29765A63D276}" destId="{278E5D10-1623-4B1B-92E6-755B2A70E447}" srcOrd="1" destOrd="0" presId="urn:microsoft.com/office/officeart/2005/8/layout/hierarchy3"/>
    <dgm:cxn modelId="{15F027D3-6A35-43EF-880F-25C6DF133F50}" type="presParOf" srcId="{278E5D10-1623-4B1B-92E6-755B2A70E447}" destId="{B57B2AFB-DC89-4B21-90DF-C40E22004CFF}" srcOrd="0" destOrd="0" presId="urn:microsoft.com/office/officeart/2005/8/layout/hierarchy3"/>
    <dgm:cxn modelId="{0026B8DF-7DC9-40BA-B196-DE595367A85F}" type="presParOf" srcId="{278E5D10-1623-4B1B-92E6-755B2A70E447}" destId="{38942B19-FB46-47FF-8FA6-8A1C9D99C28E}" srcOrd="1" destOrd="0" presId="urn:microsoft.com/office/officeart/2005/8/layout/hierarchy3"/>
    <dgm:cxn modelId="{1D220331-A9C8-4B09-8155-6F5DE77F5BC3}" type="presParOf" srcId="{2F27281F-AA45-4E93-A99C-34C55F2AEFBC}" destId="{14F7BA63-DD50-4C90-97AC-C9BE928AD7BD}" srcOrd="3" destOrd="0" presId="urn:microsoft.com/office/officeart/2005/8/layout/hierarchy3"/>
    <dgm:cxn modelId="{64F1C995-B958-4923-BD5A-6DD98BEB784A}" type="presParOf" srcId="{14F7BA63-DD50-4C90-97AC-C9BE928AD7BD}" destId="{2DEF4D15-1EE7-4861-9989-EA3DD5705492}" srcOrd="0" destOrd="0" presId="urn:microsoft.com/office/officeart/2005/8/layout/hierarchy3"/>
    <dgm:cxn modelId="{F750E4B9-793E-4077-B1FF-AABC25810BD7}" type="presParOf" srcId="{2DEF4D15-1EE7-4861-9989-EA3DD5705492}" destId="{A0DAFCB6-6A35-4AC3-877F-7C9C0738B4BB}" srcOrd="0" destOrd="0" presId="urn:microsoft.com/office/officeart/2005/8/layout/hierarchy3"/>
    <dgm:cxn modelId="{DCFCD7AD-9151-49DD-9203-A98796F3A0E7}" type="presParOf" srcId="{2DEF4D15-1EE7-4861-9989-EA3DD5705492}" destId="{4AD22D6C-1250-4C5D-A42D-12E0159F2BC7}" srcOrd="1" destOrd="0" presId="urn:microsoft.com/office/officeart/2005/8/layout/hierarchy3"/>
    <dgm:cxn modelId="{C38D7C44-3DC5-4707-937D-E2E8EACDBDEB}" type="presParOf" srcId="{14F7BA63-DD50-4C90-97AC-C9BE928AD7BD}" destId="{7DF2BDB6-1434-4490-ABAE-0170B849C6B3}" srcOrd="1" destOrd="0" presId="urn:microsoft.com/office/officeart/2005/8/layout/hierarchy3"/>
    <dgm:cxn modelId="{E2C3F921-16C8-4ABC-90D6-E4D45C2E5DAD}" type="presParOf" srcId="{7DF2BDB6-1434-4490-ABAE-0170B849C6B3}" destId="{05E7ADAD-F3B0-4E2E-ADEE-13838F3621F7}" srcOrd="0" destOrd="0" presId="urn:microsoft.com/office/officeart/2005/8/layout/hierarchy3"/>
    <dgm:cxn modelId="{4A33CDC3-E304-4E00-BEDB-08F82A679B02}" type="presParOf" srcId="{7DF2BDB6-1434-4490-ABAE-0170B849C6B3}" destId="{A58BAC1C-B710-4DFC-931D-2DDEE4E320E7}" srcOrd="1" destOrd="0" presId="urn:microsoft.com/office/officeart/2005/8/layout/hierarchy3"/>
    <dgm:cxn modelId="{B7C0077A-76C2-4C13-84A3-43AED2546A59}" type="presParOf" srcId="{7DF2BDB6-1434-4490-ABAE-0170B849C6B3}" destId="{6FA0CFED-F852-4077-8650-1B2E50E4345E}" srcOrd="2" destOrd="0" presId="urn:microsoft.com/office/officeart/2005/8/layout/hierarchy3"/>
    <dgm:cxn modelId="{19435227-E6FB-4994-BEDF-09786FC8D298}" type="presParOf" srcId="{7DF2BDB6-1434-4490-ABAE-0170B849C6B3}" destId="{355CFB3B-C19F-416D-8F84-F883D7D8A974}" srcOrd="3" destOrd="0" presId="urn:microsoft.com/office/officeart/2005/8/layout/hierarchy3"/>
    <dgm:cxn modelId="{AABE5159-BB1E-4656-9257-D3D77EB5E066}" type="presParOf" srcId="{7DF2BDB6-1434-4490-ABAE-0170B849C6B3}" destId="{600564F9-08C6-4755-89E7-FF4F8BAD48F1}" srcOrd="4" destOrd="0" presId="urn:microsoft.com/office/officeart/2005/8/layout/hierarchy3"/>
    <dgm:cxn modelId="{532C8F9F-D3D6-4AF0-986D-3BAF55A28974}" type="presParOf" srcId="{7DF2BDB6-1434-4490-ABAE-0170B849C6B3}" destId="{7233BBE3-7441-4FD3-917D-B91C20A51F66}" srcOrd="5" destOrd="0" presId="urn:microsoft.com/office/officeart/2005/8/layout/hierarchy3"/>
    <dgm:cxn modelId="{923237F8-1AB5-410F-8467-7B8C8040F12E}" type="presParOf" srcId="{7DF2BDB6-1434-4490-ABAE-0170B849C6B3}" destId="{40BEB259-AA5A-44F5-8787-52AFF20B38ED}" srcOrd="6" destOrd="0" presId="urn:microsoft.com/office/officeart/2005/8/layout/hierarchy3"/>
    <dgm:cxn modelId="{B46E81EA-785E-4249-8BB8-248B1F00B366}" type="presParOf" srcId="{7DF2BDB6-1434-4490-ABAE-0170B849C6B3}" destId="{B0B3D481-2238-4E1D-A6C4-5BF29D61926C}" srcOrd="7" destOrd="0" presId="urn:microsoft.com/office/officeart/2005/8/layout/hierarchy3"/>
    <dgm:cxn modelId="{731A8127-0C1E-4D0C-AA27-3BF0CCB348B9}" type="presParOf" srcId="{2F27281F-AA45-4E93-A99C-34C55F2AEFBC}" destId="{F3FA19E5-F716-4240-9628-1C105E63B472}" srcOrd="4" destOrd="0" presId="urn:microsoft.com/office/officeart/2005/8/layout/hierarchy3"/>
    <dgm:cxn modelId="{2C225D48-5183-4D53-B978-5F50C599E808}" type="presParOf" srcId="{F3FA19E5-F716-4240-9628-1C105E63B472}" destId="{CBF8DA1C-D6AD-47E6-8FF9-48EEA1AF1698}" srcOrd="0" destOrd="0" presId="urn:microsoft.com/office/officeart/2005/8/layout/hierarchy3"/>
    <dgm:cxn modelId="{7FB18555-4713-4FC6-B950-7DDBB8101890}" type="presParOf" srcId="{CBF8DA1C-D6AD-47E6-8FF9-48EEA1AF1698}" destId="{27C674B3-4846-44E7-AD53-DAE330E056E7}" srcOrd="0" destOrd="0" presId="urn:microsoft.com/office/officeart/2005/8/layout/hierarchy3"/>
    <dgm:cxn modelId="{3995C4F4-9BF0-4DC7-BD83-E35474FB5718}" type="presParOf" srcId="{CBF8DA1C-D6AD-47E6-8FF9-48EEA1AF1698}" destId="{C4F77E46-FE35-4AB9-9EC6-8DE50246466C}" srcOrd="1" destOrd="0" presId="urn:microsoft.com/office/officeart/2005/8/layout/hierarchy3"/>
    <dgm:cxn modelId="{A48E218B-D5CA-43CC-8DAB-D348A4B27D20}" type="presParOf" srcId="{F3FA19E5-F716-4240-9628-1C105E63B472}" destId="{2032D6DF-50F1-4C07-858D-A86D3435DA99}" srcOrd="1" destOrd="0" presId="urn:microsoft.com/office/officeart/2005/8/layout/hierarchy3"/>
    <dgm:cxn modelId="{B8F50C93-6D2B-493B-BFC9-B04CD5641EF6}" type="presParOf" srcId="{2032D6DF-50F1-4C07-858D-A86D3435DA99}" destId="{9B37C5FB-4906-4C7A-8560-C0CA19D2F4A2}" srcOrd="0" destOrd="0" presId="urn:microsoft.com/office/officeart/2005/8/layout/hierarchy3"/>
    <dgm:cxn modelId="{05A6BA4C-AB52-4805-8E44-63978E609283}" type="presParOf" srcId="{2032D6DF-50F1-4C07-858D-A86D3435DA99}" destId="{94F492FF-34F4-466B-A7FD-540DB8E2EC1D}" srcOrd="1" destOrd="0" presId="urn:microsoft.com/office/officeart/2005/8/layout/hierarchy3"/>
    <dgm:cxn modelId="{503A8332-2C38-4FD5-B9D1-F40CAEBA7B29}" type="presParOf" srcId="{2032D6DF-50F1-4C07-858D-A86D3435DA99}" destId="{CCC3B184-E4F8-4F12-80A8-D7B5DCD25209}" srcOrd="2" destOrd="0" presId="urn:microsoft.com/office/officeart/2005/8/layout/hierarchy3"/>
    <dgm:cxn modelId="{403054C8-09BE-4D8F-964E-0D7C9A16B140}" type="presParOf" srcId="{2032D6DF-50F1-4C07-858D-A86D3435DA99}" destId="{F161385A-BBD4-4C72-AF1E-FB7426C3D036}" srcOrd="3" destOrd="0" presId="urn:microsoft.com/office/officeart/2005/8/layout/hierarchy3"/>
    <dgm:cxn modelId="{C65B05EE-546D-44F6-9E35-28FA54CCA6D0}" type="presParOf" srcId="{2032D6DF-50F1-4C07-858D-A86D3435DA99}" destId="{6F980241-F6C4-4510-A02F-292BCD529021}" srcOrd="4" destOrd="0" presId="urn:microsoft.com/office/officeart/2005/8/layout/hierarchy3"/>
    <dgm:cxn modelId="{C46968F7-E9C3-4A92-960C-2F51CFC3FDDE}" type="presParOf" srcId="{2032D6DF-50F1-4C07-858D-A86D3435DA99}" destId="{1435E8A7-BBDD-4DDC-B722-70EE66BE1CC9}" srcOrd="5" destOrd="0" presId="urn:microsoft.com/office/officeart/2005/8/layout/hierarchy3"/>
    <dgm:cxn modelId="{592300F1-14E1-4AC0-8F05-5D7DA64C2E09}" type="presParOf" srcId="{2032D6DF-50F1-4C07-858D-A86D3435DA99}" destId="{5639B341-0EAF-47E9-84D7-AEE5335A58B1}" srcOrd="6" destOrd="0" presId="urn:microsoft.com/office/officeart/2005/8/layout/hierarchy3"/>
    <dgm:cxn modelId="{2771B06C-3CBB-493C-9A9D-8D92E06A1DA7}" type="presParOf" srcId="{2032D6DF-50F1-4C07-858D-A86D3435DA99}" destId="{F604F342-14FD-4168-A62E-B765B4C1F2C8}" srcOrd="7" destOrd="0" presId="urn:microsoft.com/office/officeart/2005/8/layout/hierarchy3"/>
    <dgm:cxn modelId="{D54D72A8-905C-4718-B442-E490F88E7631}" type="presParOf" srcId="{2F27281F-AA45-4E93-A99C-34C55F2AEFBC}" destId="{9D3FBEDD-E5DD-4C72-A3BE-EB96EFA1B5C6}" srcOrd="5" destOrd="0" presId="urn:microsoft.com/office/officeart/2005/8/layout/hierarchy3"/>
    <dgm:cxn modelId="{E595447A-D50F-45BC-B961-785A90E6ED4B}" type="presParOf" srcId="{9D3FBEDD-E5DD-4C72-A3BE-EB96EFA1B5C6}" destId="{EC9773B1-E026-4F8E-9CF3-343C235AFB40}" srcOrd="0" destOrd="0" presId="urn:microsoft.com/office/officeart/2005/8/layout/hierarchy3"/>
    <dgm:cxn modelId="{027CEF06-9A80-46B4-8398-0CECBA4565A6}" type="presParOf" srcId="{EC9773B1-E026-4F8E-9CF3-343C235AFB40}" destId="{EC664407-F880-4887-8544-EBF296142BAF}" srcOrd="0" destOrd="0" presId="urn:microsoft.com/office/officeart/2005/8/layout/hierarchy3"/>
    <dgm:cxn modelId="{1F73F8D2-9D95-416E-97DC-32FB99B1489E}" type="presParOf" srcId="{EC9773B1-E026-4F8E-9CF3-343C235AFB40}" destId="{876A91F6-84AE-4532-B73D-FD6094758815}" srcOrd="1" destOrd="0" presId="urn:microsoft.com/office/officeart/2005/8/layout/hierarchy3"/>
    <dgm:cxn modelId="{23FDE1F0-AC1F-4F51-94FD-914F407CAA6E}" type="presParOf" srcId="{9D3FBEDD-E5DD-4C72-A3BE-EB96EFA1B5C6}" destId="{4C462B8E-5D05-40D3-93CB-D4A66A34F35D}" srcOrd="1" destOrd="0" presId="urn:microsoft.com/office/officeart/2005/8/layout/hierarchy3"/>
    <dgm:cxn modelId="{370D10BB-E62C-4140-88A8-65E9E2D9FDCA}" type="presParOf" srcId="{2F27281F-AA45-4E93-A99C-34C55F2AEFBC}" destId="{5EC7FB56-62B5-44C6-AB07-004604E3046A}" srcOrd="6" destOrd="0" presId="urn:microsoft.com/office/officeart/2005/8/layout/hierarchy3"/>
    <dgm:cxn modelId="{E5649987-B2CD-4378-89AF-05ADFC10D22B}" type="presParOf" srcId="{5EC7FB56-62B5-44C6-AB07-004604E3046A}" destId="{146109E4-3E18-466E-97D2-8DD24AF0C666}" srcOrd="0" destOrd="0" presId="urn:microsoft.com/office/officeart/2005/8/layout/hierarchy3"/>
    <dgm:cxn modelId="{38C005F2-FAA3-434C-B502-181E3A169FE6}" type="presParOf" srcId="{146109E4-3E18-466E-97D2-8DD24AF0C666}" destId="{FA6C869B-DB1A-42BF-B12E-32691EFF4B38}" srcOrd="0" destOrd="0" presId="urn:microsoft.com/office/officeart/2005/8/layout/hierarchy3"/>
    <dgm:cxn modelId="{FB17FFD8-E3D8-4FFF-AE40-93AF5181EFD7}" type="presParOf" srcId="{146109E4-3E18-466E-97D2-8DD24AF0C666}" destId="{9C70EBD4-2368-4692-A289-488A5C0B793A}" srcOrd="1" destOrd="0" presId="urn:microsoft.com/office/officeart/2005/8/layout/hierarchy3"/>
    <dgm:cxn modelId="{CEBC2FDB-A665-412E-B434-792E3C675037}" type="presParOf" srcId="{5EC7FB56-62B5-44C6-AB07-004604E3046A}" destId="{7D219D5A-6EC9-4D90-AFC1-9B0BCD5A14AE}" srcOrd="1" destOrd="0" presId="urn:microsoft.com/office/officeart/2005/8/layout/hierarchy3"/>
    <dgm:cxn modelId="{E7F768CB-5C83-4F9E-A686-5244D78B9307}" type="presParOf" srcId="{7D219D5A-6EC9-4D90-AFC1-9B0BCD5A14AE}" destId="{44790A62-A852-48FB-AC1D-375803774DCF}" srcOrd="0" destOrd="0" presId="urn:microsoft.com/office/officeart/2005/8/layout/hierarchy3"/>
    <dgm:cxn modelId="{252581A6-3DF7-40AD-849D-03789945C5CD}" type="presParOf" srcId="{7D219D5A-6EC9-4D90-AFC1-9B0BCD5A14AE}" destId="{95F717ED-4CAC-4702-A56B-C777DA6D4403}" srcOrd="1" destOrd="0" presId="urn:microsoft.com/office/officeart/2005/8/layout/hierarchy3"/>
    <dgm:cxn modelId="{5F15393B-ECCE-476E-8114-6DA361F80FFD}" type="presParOf" srcId="{2F27281F-AA45-4E93-A99C-34C55F2AEFBC}" destId="{9AA9E59F-EA2C-4816-9BA5-F5414C50EB19}" srcOrd="7" destOrd="0" presId="urn:microsoft.com/office/officeart/2005/8/layout/hierarchy3"/>
    <dgm:cxn modelId="{C4C57212-01DE-4EFF-A373-AF1E8915F781}" type="presParOf" srcId="{9AA9E59F-EA2C-4816-9BA5-F5414C50EB19}" destId="{F3B9CF1E-9664-4212-A0F1-9B34B0DFA8F5}" srcOrd="0" destOrd="0" presId="urn:microsoft.com/office/officeart/2005/8/layout/hierarchy3"/>
    <dgm:cxn modelId="{2E88846B-7076-4D3F-BD5C-8B740CA129B4}" type="presParOf" srcId="{F3B9CF1E-9664-4212-A0F1-9B34B0DFA8F5}" destId="{34D3B104-F469-4B0A-B033-9E5BC0EF8ECD}" srcOrd="0" destOrd="0" presId="urn:microsoft.com/office/officeart/2005/8/layout/hierarchy3"/>
    <dgm:cxn modelId="{76F4CE04-4E6D-45EF-8ACA-D698FE3C28EC}" type="presParOf" srcId="{F3B9CF1E-9664-4212-A0F1-9B34B0DFA8F5}" destId="{4DC4C840-BB22-4E22-B273-97AD5ACB3647}" srcOrd="1" destOrd="0" presId="urn:microsoft.com/office/officeart/2005/8/layout/hierarchy3"/>
    <dgm:cxn modelId="{D4B8479C-6C9F-4C5D-A9E9-EA6F3B5C202A}" type="presParOf" srcId="{9AA9E59F-EA2C-4816-9BA5-F5414C50EB19}" destId="{C77FDE2C-BCB4-44FA-9F62-4E49B37450D7}" srcOrd="1" destOrd="0" presId="urn:microsoft.com/office/officeart/2005/8/layout/hierarchy3"/>
    <dgm:cxn modelId="{4BEAD6A8-1033-44D0-A1F6-7248AA60A7DB}" type="presParOf" srcId="{C77FDE2C-BCB4-44FA-9F62-4E49B37450D7}" destId="{06C88347-16C4-4CCA-A7A0-4858BFF1DEB8}" srcOrd="0" destOrd="0" presId="urn:microsoft.com/office/officeart/2005/8/layout/hierarchy3"/>
    <dgm:cxn modelId="{E3A55BB3-86C4-4C46-B477-8619A18DB78B}" type="presParOf" srcId="{C77FDE2C-BCB4-44FA-9F62-4E49B37450D7}" destId="{2508BC76-7AF0-48DF-A792-3581291B533C}" srcOrd="1" destOrd="0" presId="urn:microsoft.com/office/officeart/2005/8/layout/hierarchy3"/>
    <dgm:cxn modelId="{044C98AD-3B9A-426C-8AFC-902AC53454A1}" type="presParOf" srcId="{C77FDE2C-BCB4-44FA-9F62-4E49B37450D7}" destId="{07968839-081D-44A6-AEFB-36A33A42957B}" srcOrd="2" destOrd="0" presId="urn:microsoft.com/office/officeart/2005/8/layout/hierarchy3"/>
    <dgm:cxn modelId="{57D0C6F6-C99C-4365-948A-BBF22041BAAF}" type="presParOf" srcId="{C77FDE2C-BCB4-44FA-9F62-4E49B37450D7}" destId="{CC1F3C29-FD48-4B97-87E9-734BD79665CF}" srcOrd="3" destOrd="0" presId="urn:microsoft.com/office/officeart/2005/8/layout/hierarchy3"/>
    <dgm:cxn modelId="{5C7720B6-FD3F-48AA-ADFF-9AB50525CDA0}" type="presParOf" srcId="{C77FDE2C-BCB4-44FA-9F62-4E49B37450D7}" destId="{93BA4F2C-F363-4879-A3EB-EF3B78F095D7}" srcOrd="4" destOrd="0" presId="urn:microsoft.com/office/officeart/2005/8/layout/hierarchy3"/>
    <dgm:cxn modelId="{FF0F6ED0-2781-493A-9087-150CA1C11E00}" type="presParOf" srcId="{C77FDE2C-BCB4-44FA-9F62-4E49B37450D7}" destId="{FFE20635-0E35-4D32-BBDA-300C6E9F5B92}" srcOrd="5" destOrd="0" presId="urn:microsoft.com/office/officeart/2005/8/layout/hierarchy3"/>
    <dgm:cxn modelId="{01A0DD28-9205-4B6B-90BF-430DFB7D1F42}" type="presParOf" srcId="{C77FDE2C-BCB4-44FA-9F62-4E49B37450D7}" destId="{41E5632C-D040-4D6B-9164-F663BD10D802}" srcOrd="6" destOrd="0" presId="urn:microsoft.com/office/officeart/2005/8/layout/hierarchy3"/>
    <dgm:cxn modelId="{3CA5BD0B-8110-4FF5-8C63-DC64581A7628}" type="presParOf" srcId="{C77FDE2C-BCB4-44FA-9F62-4E49B37450D7}" destId="{54EE67B3-1A67-435D-9A2B-5564909D22EF}" srcOrd="7" destOrd="0" presId="urn:microsoft.com/office/officeart/2005/8/layout/hierarchy3"/>
    <dgm:cxn modelId="{B98D8278-85D8-439A-8A1C-A77AB3AFD69F}" type="presParOf" srcId="{C77FDE2C-BCB4-44FA-9F62-4E49B37450D7}" destId="{3CB3C3DE-E08F-4DE4-9DAB-AD91594D5A6D}" srcOrd="8" destOrd="0" presId="urn:microsoft.com/office/officeart/2005/8/layout/hierarchy3"/>
    <dgm:cxn modelId="{C83EECF2-483F-4C20-80BF-93DB39EEA2DB}" type="presParOf" srcId="{C77FDE2C-BCB4-44FA-9F62-4E49B37450D7}" destId="{A7CE3473-467E-4BC7-8D44-B95D79D6A741}" srcOrd="9"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9A3A321-2899-49C3-95E5-D212C1E5486B}"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A32B0BCE-4F91-4747-ADEE-FF4CB51D0EE8}">
      <dgm:prSet/>
      <dgm:spPr/>
      <dgm:t>
        <a:bodyPr/>
        <a:lstStyle/>
        <a:p>
          <a:r>
            <a:rPr lang="en-US"/>
            <a:t>This session addresses the critical challenge of moving GenAI from a vision to a reliable application within complex product verification processes. </a:t>
          </a:r>
        </a:p>
      </dgm:t>
    </dgm:pt>
    <dgm:pt modelId="{1836CD98-43FC-4CCD-8960-041DF32F388C}" type="parTrans" cxnId="{F4C1238D-AD01-40CD-A09C-C36EA203A4E1}">
      <dgm:prSet/>
      <dgm:spPr/>
      <dgm:t>
        <a:bodyPr/>
        <a:lstStyle/>
        <a:p>
          <a:endParaRPr lang="en-US"/>
        </a:p>
      </dgm:t>
    </dgm:pt>
    <dgm:pt modelId="{9C5A948C-F355-4C44-BA7F-BE82185EB88D}" type="sibTrans" cxnId="{F4C1238D-AD01-40CD-A09C-C36EA203A4E1}">
      <dgm:prSet/>
      <dgm:spPr/>
      <dgm:t>
        <a:bodyPr/>
        <a:lstStyle/>
        <a:p>
          <a:endParaRPr lang="en-US"/>
        </a:p>
      </dgm:t>
    </dgm:pt>
    <dgm:pt modelId="{808BD559-0BAA-45A1-BCCC-34B806DF0DA8}">
      <dgm:prSet/>
      <dgm:spPr/>
      <dgm:t>
        <a:bodyPr/>
        <a:lstStyle/>
        <a:p>
          <a:r>
            <a:rPr lang="en-US"/>
            <a:t>Will showcase limitations of cloud hosted GenAI solution for enterprises and  how Retrieval-Augmented Generation (RAG) architecture can securely leverage proprietary data (e.g., test reports, specs) to accelerate product validation and adoption with customers. </a:t>
          </a:r>
        </a:p>
      </dgm:t>
    </dgm:pt>
    <dgm:pt modelId="{93673412-1786-42F5-8DBF-6E1C96A75C9A}" type="parTrans" cxnId="{1979B0E9-D449-4C4D-AD8E-7B6AE2FE3283}">
      <dgm:prSet/>
      <dgm:spPr/>
      <dgm:t>
        <a:bodyPr/>
        <a:lstStyle/>
        <a:p>
          <a:endParaRPr lang="en-US"/>
        </a:p>
      </dgm:t>
    </dgm:pt>
    <dgm:pt modelId="{B7496363-CD7A-4700-B5D1-E5F75D6A8FE1}" type="sibTrans" cxnId="{1979B0E9-D449-4C4D-AD8E-7B6AE2FE3283}">
      <dgm:prSet/>
      <dgm:spPr/>
      <dgm:t>
        <a:bodyPr/>
        <a:lstStyle/>
        <a:p>
          <a:endParaRPr lang="en-US"/>
        </a:p>
      </dgm:t>
    </dgm:pt>
    <dgm:pt modelId="{97B50343-7E78-4C12-BE1B-985187B9B24A}">
      <dgm:prSet/>
      <dgm:spPr/>
      <dgm:t>
        <a:bodyPr/>
        <a:lstStyle/>
        <a:p>
          <a:r>
            <a:rPr lang="en-US"/>
            <a:t>The focus is on the Human role as a Prompt Engineer, building a repository of Golden Prompts to make GenAI based automation repeatable. </a:t>
          </a:r>
        </a:p>
      </dgm:t>
    </dgm:pt>
    <dgm:pt modelId="{D55ED9C9-8B48-45DD-96C9-548AB373BA0B}" type="parTrans" cxnId="{4C8FEC0D-F351-44A7-A95B-61DD3DB9514F}">
      <dgm:prSet/>
      <dgm:spPr/>
      <dgm:t>
        <a:bodyPr/>
        <a:lstStyle/>
        <a:p>
          <a:endParaRPr lang="en-US"/>
        </a:p>
      </dgm:t>
    </dgm:pt>
    <dgm:pt modelId="{EDEC45C4-61CE-4F55-870F-4B009691AA1C}" type="sibTrans" cxnId="{4C8FEC0D-F351-44A7-A95B-61DD3DB9514F}">
      <dgm:prSet/>
      <dgm:spPr/>
      <dgm:t>
        <a:bodyPr/>
        <a:lstStyle/>
        <a:p>
          <a:endParaRPr lang="en-US"/>
        </a:p>
      </dgm:t>
    </dgm:pt>
    <dgm:pt modelId="{F153475E-5510-43D6-A685-D32F529135E5}">
      <dgm:prSet/>
      <dgm:spPr/>
      <dgm:t>
        <a:bodyPr/>
        <a:lstStyle/>
        <a:p>
          <a:r>
            <a:rPr lang="en-US"/>
            <a:t>Identify few use cases in product development( User Story, test plan) ,delivery and how GenAI can enable operational efficiency and its limitations.</a:t>
          </a:r>
        </a:p>
      </dgm:t>
    </dgm:pt>
    <dgm:pt modelId="{2D37FBEC-8D4A-4798-877A-89C16981C587}" type="parTrans" cxnId="{7AFD23B3-67FE-43F1-9553-79D808D2FCCE}">
      <dgm:prSet/>
      <dgm:spPr/>
      <dgm:t>
        <a:bodyPr/>
        <a:lstStyle/>
        <a:p>
          <a:endParaRPr lang="en-US"/>
        </a:p>
      </dgm:t>
    </dgm:pt>
    <dgm:pt modelId="{D366D8FA-1002-4F78-B14D-C488A84C9629}" type="sibTrans" cxnId="{7AFD23B3-67FE-43F1-9553-79D808D2FCCE}">
      <dgm:prSet/>
      <dgm:spPr/>
      <dgm:t>
        <a:bodyPr/>
        <a:lstStyle/>
        <a:p>
          <a:endParaRPr lang="en-US"/>
        </a:p>
      </dgm:t>
    </dgm:pt>
    <dgm:pt modelId="{AA6F1818-3702-4BB0-96C8-161847A0F369}" type="pres">
      <dgm:prSet presAssocID="{39A3A321-2899-49C3-95E5-D212C1E5486B}" presName="root" presStyleCnt="0">
        <dgm:presLayoutVars>
          <dgm:dir/>
          <dgm:resizeHandles val="exact"/>
        </dgm:presLayoutVars>
      </dgm:prSet>
      <dgm:spPr/>
    </dgm:pt>
    <dgm:pt modelId="{48B7ACE3-C876-4ACC-950E-CB6C51E95C7E}" type="pres">
      <dgm:prSet presAssocID="{A32B0BCE-4F91-4747-ADEE-FF4CB51D0EE8}" presName="compNode" presStyleCnt="0"/>
      <dgm:spPr/>
    </dgm:pt>
    <dgm:pt modelId="{3AF207E9-59B6-4BD0-8AD5-449B07564E8D}" type="pres">
      <dgm:prSet presAssocID="{A32B0BCE-4F91-4747-ADEE-FF4CB51D0EE8}" presName="bgRect" presStyleLbl="bgShp" presStyleIdx="0" presStyleCnt="4"/>
      <dgm:spPr/>
    </dgm:pt>
    <dgm:pt modelId="{85A6830B-EB98-49AA-A863-D647E57972E4}" type="pres">
      <dgm:prSet presAssocID="{A32B0BCE-4F91-4747-ADEE-FF4CB51D0EE8}"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BAC303B-7C86-4F93-882B-2A0993F94C87}" type="pres">
      <dgm:prSet presAssocID="{A32B0BCE-4F91-4747-ADEE-FF4CB51D0EE8}" presName="spaceRect" presStyleCnt="0"/>
      <dgm:spPr/>
    </dgm:pt>
    <dgm:pt modelId="{1A0CFB59-4EB9-4DAF-A95D-BDA17B458DAF}" type="pres">
      <dgm:prSet presAssocID="{A32B0BCE-4F91-4747-ADEE-FF4CB51D0EE8}" presName="parTx" presStyleLbl="revTx" presStyleIdx="0" presStyleCnt="4">
        <dgm:presLayoutVars>
          <dgm:chMax val="0"/>
          <dgm:chPref val="0"/>
        </dgm:presLayoutVars>
      </dgm:prSet>
      <dgm:spPr/>
    </dgm:pt>
    <dgm:pt modelId="{8520BAFB-9B78-44F5-AAF7-838199DA4408}" type="pres">
      <dgm:prSet presAssocID="{9C5A948C-F355-4C44-BA7F-BE82185EB88D}" presName="sibTrans" presStyleCnt="0"/>
      <dgm:spPr/>
    </dgm:pt>
    <dgm:pt modelId="{2FAEB07D-AF30-480B-BFB6-D37D58A26ADF}" type="pres">
      <dgm:prSet presAssocID="{808BD559-0BAA-45A1-BCCC-34B806DF0DA8}" presName="compNode" presStyleCnt="0"/>
      <dgm:spPr/>
    </dgm:pt>
    <dgm:pt modelId="{81D1AB51-D3AC-4E9A-93B3-C7C5152B7D7B}" type="pres">
      <dgm:prSet presAssocID="{808BD559-0BAA-45A1-BCCC-34B806DF0DA8}" presName="bgRect" presStyleLbl="bgShp" presStyleIdx="1" presStyleCnt="4"/>
      <dgm:spPr/>
    </dgm:pt>
    <dgm:pt modelId="{0D5AC15E-DC10-4FBA-9083-7C18214C416C}" type="pres">
      <dgm:prSet presAssocID="{808BD559-0BAA-45A1-BCCC-34B806DF0DA8}"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ud Computing"/>
        </a:ext>
      </dgm:extLst>
    </dgm:pt>
    <dgm:pt modelId="{175FD48A-BEC8-4B58-B7D4-24DBDA7030EE}" type="pres">
      <dgm:prSet presAssocID="{808BD559-0BAA-45A1-BCCC-34B806DF0DA8}" presName="spaceRect" presStyleCnt="0"/>
      <dgm:spPr/>
    </dgm:pt>
    <dgm:pt modelId="{B8C24C22-B92B-40B4-9B6A-7BAE758034AD}" type="pres">
      <dgm:prSet presAssocID="{808BD559-0BAA-45A1-BCCC-34B806DF0DA8}" presName="parTx" presStyleLbl="revTx" presStyleIdx="1" presStyleCnt="4">
        <dgm:presLayoutVars>
          <dgm:chMax val="0"/>
          <dgm:chPref val="0"/>
        </dgm:presLayoutVars>
      </dgm:prSet>
      <dgm:spPr/>
    </dgm:pt>
    <dgm:pt modelId="{3F029A05-1E97-40FB-9F8D-57F589730534}" type="pres">
      <dgm:prSet presAssocID="{B7496363-CD7A-4700-B5D1-E5F75D6A8FE1}" presName="sibTrans" presStyleCnt="0"/>
      <dgm:spPr/>
    </dgm:pt>
    <dgm:pt modelId="{ABD19E43-C6C5-4EDF-BAAC-1487E83789D5}" type="pres">
      <dgm:prSet presAssocID="{97B50343-7E78-4C12-BE1B-985187B9B24A}" presName="compNode" presStyleCnt="0"/>
      <dgm:spPr/>
    </dgm:pt>
    <dgm:pt modelId="{D7A86D50-31A4-41B9-92C0-E8024889AFB9}" type="pres">
      <dgm:prSet presAssocID="{97B50343-7E78-4C12-BE1B-985187B9B24A}" presName="bgRect" presStyleLbl="bgShp" presStyleIdx="2" presStyleCnt="4"/>
      <dgm:spPr/>
    </dgm:pt>
    <dgm:pt modelId="{6D0CC710-2311-4F24-9C01-42DB3340DF48}" type="pres">
      <dgm:prSet presAssocID="{97B50343-7E78-4C12-BE1B-985187B9B24A}"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Gears"/>
        </a:ext>
      </dgm:extLst>
    </dgm:pt>
    <dgm:pt modelId="{451D988D-5BBC-454A-9AC7-82F88498399F}" type="pres">
      <dgm:prSet presAssocID="{97B50343-7E78-4C12-BE1B-985187B9B24A}" presName="spaceRect" presStyleCnt="0"/>
      <dgm:spPr/>
    </dgm:pt>
    <dgm:pt modelId="{5F5804CD-047E-43D5-9317-C67616432366}" type="pres">
      <dgm:prSet presAssocID="{97B50343-7E78-4C12-BE1B-985187B9B24A}" presName="parTx" presStyleLbl="revTx" presStyleIdx="2" presStyleCnt="4">
        <dgm:presLayoutVars>
          <dgm:chMax val="0"/>
          <dgm:chPref val="0"/>
        </dgm:presLayoutVars>
      </dgm:prSet>
      <dgm:spPr/>
    </dgm:pt>
    <dgm:pt modelId="{6248DA3E-578A-4A93-875E-0A9F72774B99}" type="pres">
      <dgm:prSet presAssocID="{EDEC45C4-61CE-4F55-870F-4B009691AA1C}" presName="sibTrans" presStyleCnt="0"/>
      <dgm:spPr/>
    </dgm:pt>
    <dgm:pt modelId="{D9EF2E16-1847-48CB-9C5F-E46DB407BE95}" type="pres">
      <dgm:prSet presAssocID="{F153475E-5510-43D6-A685-D32F529135E5}" presName="compNode" presStyleCnt="0"/>
      <dgm:spPr/>
    </dgm:pt>
    <dgm:pt modelId="{649CE069-207A-4F6B-B646-2A982AE8AB01}" type="pres">
      <dgm:prSet presAssocID="{F153475E-5510-43D6-A685-D32F529135E5}" presName="bgRect" presStyleLbl="bgShp" presStyleIdx="3" presStyleCnt="4"/>
      <dgm:spPr/>
    </dgm:pt>
    <dgm:pt modelId="{C0ADA7C2-8C4F-4EAA-96F4-69E2FC7C7C8E}" type="pres">
      <dgm:prSet presAssocID="{F153475E-5510-43D6-A685-D32F529135E5}"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Arrow Circle"/>
        </a:ext>
      </dgm:extLst>
    </dgm:pt>
    <dgm:pt modelId="{F661FC1A-C74C-43AD-B780-4F0B2BAF222A}" type="pres">
      <dgm:prSet presAssocID="{F153475E-5510-43D6-A685-D32F529135E5}" presName="spaceRect" presStyleCnt="0"/>
      <dgm:spPr/>
    </dgm:pt>
    <dgm:pt modelId="{CF95EFEB-98C6-40A0-B4C3-0F8B4E0B1C7F}" type="pres">
      <dgm:prSet presAssocID="{F153475E-5510-43D6-A685-D32F529135E5}" presName="parTx" presStyleLbl="revTx" presStyleIdx="3" presStyleCnt="4">
        <dgm:presLayoutVars>
          <dgm:chMax val="0"/>
          <dgm:chPref val="0"/>
        </dgm:presLayoutVars>
      </dgm:prSet>
      <dgm:spPr/>
    </dgm:pt>
  </dgm:ptLst>
  <dgm:cxnLst>
    <dgm:cxn modelId="{4C8FEC0D-F351-44A7-A95B-61DD3DB9514F}" srcId="{39A3A321-2899-49C3-95E5-D212C1E5486B}" destId="{97B50343-7E78-4C12-BE1B-985187B9B24A}" srcOrd="2" destOrd="0" parTransId="{D55ED9C9-8B48-45DD-96C9-548AB373BA0B}" sibTransId="{EDEC45C4-61CE-4F55-870F-4B009691AA1C}"/>
    <dgm:cxn modelId="{393D7628-F4A0-4524-B359-37C54C2968B1}" type="presOf" srcId="{A32B0BCE-4F91-4747-ADEE-FF4CB51D0EE8}" destId="{1A0CFB59-4EB9-4DAF-A95D-BDA17B458DAF}" srcOrd="0" destOrd="0" presId="urn:microsoft.com/office/officeart/2018/2/layout/IconVerticalSolidList"/>
    <dgm:cxn modelId="{7EB0A55F-8753-4473-9F8D-A08670FB14ED}" type="presOf" srcId="{F153475E-5510-43D6-A685-D32F529135E5}" destId="{CF95EFEB-98C6-40A0-B4C3-0F8B4E0B1C7F}" srcOrd="0" destOrd="0" presId="urn:microsoft.com/office/officeart/2018/2/layout/IconVerticalSolidList"/>
    <dgm:cxn modelId="{F4C1238D-AD01-40CD-A09C-C36EA203A4E1}" srcId="{39A3A321-2899-49C3-95E5-D212C1E5486B}" destId="{A32B0BCE-4F91-4747-ADEE-FF4CB51D0EE8}" srcOrd="0" destOrd="0" parTransId="{1836CD98-43FC-4CCD-8960-041DF32F388C}" sibTransId="{9C5A948C-F355-4C44-BA7F-BE82185EB88D}"/>
    <dgm:cxn modelId="{2E805FA8-245E-4269-B0F1-0151D0D0DDAD}" type="presOf" srcId="{97B50343-7E78-4C12-BE1B-985187B9B24A}" destId="{5F5804CD-047E-43D5-9317-C67616432366}" srcOrd="0" destOrd="0" presId="urn:microsoft.com/office/officeart/2018/2/layout/IconVerticalSolidList"/>
    <dgm:cxn modelId="{47D676A9-9104-48B9-AC7E-E067F84F914C}" type="presOf" srcId="{808BD559-0BAA-45A1-BCCC-34B806DF0DA8}" destId="{B8C24C22-B92B-40B4-9B6A-7BAE758034AD}" srcOrd="0" destOrd="0" presId="urn:microsoft.com/office/officeart/2018/2/layout/IconVerticalSolidList"/>
    <dgm:cxn modelId="{7AFD23B3-67FE-43F1-9553-79D808D2FCCE}" srcId="{39A3A321-2899-49C3-95E5-D212C1E5486B}" destId="{F153475E-5510-43D6-A685-D32F529135E5}" srcOrd="3" destOrd="0" parTransId="{2D37FBEC-8D4A-4798-877A-89C16981C587}" sibTransId="{D366D8FA-1002-4F78-B14D-C488A84C9629}"/>
    <dgm:cxn modelId="{1979B0E9-D449-4C4D-AD8E-7B6AE2FE3283}" srcId="{39A3A321-2899-49C3-95E5-D212C1E5486B}" destId="{808BD559-0BAA-45A1-BCCC-34B806DF0DA8}" srcOrd="1" destOrd="0" parTransId="{93673412-1786-42F5-8DBF-6E1C96A75C9A}" sibTransId="{B7496363-CD7A-4700-B5D1-E5F75D6A8FE1}"/>
    <dgm:cxn modelId="{FAE3D2F4-B13C-49D9-A610-B572786FC0A6}" type="presOf" srcId="{39A3A321-2899-49C3-95E5-D212C1E5486B}" destId="{AA6F1818-3702-4BB0-96C8-161847A0F369}" srcOrd="0" destOrd="0" presId="urn:microsoft.com/office/officeart/2018/2/layout/IconVerticalSolidList"/>
    <dgm:cxn modelId="{CBD602A8-8C71-4E86-AF99-3FC45B5B5F2E}" type="presParOf" srcId="{AA6F1818-3702-4BB0-96C8-161847A0F369}" destId="{48B7ACE3-C876-4ACC-950E-CB6C51E95C7E}" srcOrd="0" destOrd="0" presId="urn:microsoft.com/office/officeart/2018/2/layout/IconVerticalSolidList"/>
    <dgm:cxn modelId="{93794364-E830-4DA7-844F-1052D416420C}" type="presParOf" srcId="{48B7ACE3-C876-4ACC-950E-CB6C51E95C7E}" destId="{3AF207E9-59B6-4BD0-8AD5-449B07564E8D}" srcOrd="0" destOrd="0" presId="urn:microsoft.com/office/officeart/2018/2/layout/IconVerticalSolidList"/>
    <dgm:cxn modelId="{45475132-BCC5-4C4F-8C1D-B32FC046FAC3}" type="presParOf" srcId="{48B7ACE3-C876-4ACC-950E-CB6C51E95C7E}" destId="{85A6830B-EB98-49AA-A863-D647E57972E4}" srcOrd="1" destOrd="0" presId="urn:microsoft.com/office/officeart/2018/2/layout/IconVerticalSolidList"/>
    <dgm:cxn modelId="{F188749E-675A-4E75-BAD5-E5826A19BAAB}" type="presParOf" srcId="{48B7ACE3-C876-4ACC-950E-CB6C51E95C7E}" destId="{5BAC303B-7C86-4F93-882B-2A0993F94C87}" srcOrd="2" destOrd="0" presId="urn:microsoft.com/office/officeart/2018/2/layout/IconVerticalSolidList"/>
    <dgm:cxn modelId="{A49FD835-1F7F-4363-9315-29CFD894E031}" type="presParOf" srcId="{48B7ACE3-C876-4ACC-950E-CB6C51E95C7E}" destId="{1A0CFB59-4EB9-4DAF-A95D-BDA17B458DAF}" srcOrd="3" destOrd="0" presId="urn:microsoft.com/office/officeart/2018/2/layout/IconVerticalSolidList"/>
    <dgm:cxn modelId="{5889063D-A2B5-4D70-85CE-983E8C016492}" type="presParOf" srcId="{AA6F1818-3702-4BB0-96C8-161847A0F369}" destId="{8520BAFB-9B78-44F5-AAF7-838199DA4408}" srcOrd="1" destOrd="0" presId="urn:microsoft.com/office/officeart/2018/2/layout/IconVerticalSolidList"/>
    <dgm:cxn modelId="{B7A2F4FA-C7F6-46CE-B5E5-EF58284B06CC}" type="presParOf" srcId="{AA6F1818-3702-4BB0-96C8-161847A0F369}" destId="{2FAEB07D-AF30-480B-BFB6-D37D58A26ADF}" srcOrd="2" destOrd="0" presId="urn:microsoft.com/office/officeart/2018/2/layout/IconVerticalSolidList"/>
    <dgm:cxn modelId="{CE7A594B-61E6-4A88-8C74-A0C120909B7C}" type="presParOf" srcId="{2FAEB07D-AF30-480B-BFB6-D37D58A26ADF}" destId="{81D1AB51-D3AC-4E9A-93B3-C7C5152B7D7B}" srcOrd="0" destOrd="0" presId="urn:microsoft.com/office/officeart/2018/2/layout/IconVerticalSolidList"/>
    <dgm:cxn modelId="{C00BB45E-9641-407F-83CF-088ADAB7A168}" type="presParOf" srcId="{2FAEB07D-AF30-480B-BFB6-D37D58A26ADF}" destId="{0D5AC15E-DC10-4FBA-9083-7C18214C416C}" srcOrd="1" destOrd="0" presId="urn:microsoft.com/office/officeart/2018/2/layout/IconVerticalSolidList"/>
    <dgm:cxn modelId="{1DDF72F3-0C4D-4BD3-8541-91804A0A0DA1}" type="presParOf" srcId="{2FAEB07D-AF30-480B-BFB6-D37D58A26ADF}" destId="{175FD48A-BEC8-4B58-B7D4-24DBDA7030EE}" srcOrd="2" destOrd="0" presId="urn:microsoft.com/office/officeart/2018/2/layout/IconVerticalSolidList"/>
    <dgm:cxn modelId="{04D877D4-EC2A-4624-98C9-FD4BA98AC75A}" type="presParOf" srcId="{2FAEB07D-AF30-480B-BFB6-D37D58A26ADF}" destId="{B8C24C22-B92B-40B4-9B6A-7BAE758034AD}" srcOrd="3" destOrd="0" presId="urn:microsoft.com/office/officeart/2018/2/layout/IconVerticalSolidList"/>
    <dgm:cxn modelId="{1F90D2CC-5275-4567-B47A-5617AC53C0CE}" type="presParOf" srcId="{AA6F1818-3702-4BB0-96C8-161847A0F369}" destId="{3F029A05-1E97-40FB-9F8D-57F589730534}" srcOrd="3" destOrd="0" presId="urn:microsoft.com/office/officeart/2018/2/layout/IconVerticalSolidList"/>
    <dgm:cxn modelId="{3E1FA344-20CC-43FD-A7BF-E507BCB65821}" type="presParOf" srcId="{AA6F1818-3702-4BB0-96C8-161847A0F369}" destId="{ABD19E43-C6C5-4EDF-BAAC-1487E83789D5}" srcOrd="4" destOrd="0" presId="urn:microsoft.com/office/officeart/2018/2/layout/IconVerticalSolidList"/>
    <dgm:cxn modelId="{F48F5173-7FF2-4851-92E7-03006DFA5DAF}" type="presParOf" srcId="{ABD19E43-C6C5-4EDF-BAAC-1487E83789D5}" destId="{D7A86D50-31A4-41B9-92C0-E8024889AFB9}" srcOrd="0" destOrd="0" presId="urn:microsoft.com/office/officeart/2018/2/layout/IconVerticalSolidList"/>
    <dgm:cxn modelId="{E80DA3A4-E2FF-4F87-9F3E-4BAAA172BC5E}" type="presParOf" srcId="{ABD19E43-C6C5-4EDF-BAAC-1487E83789D5}" destId="{6D0CC710-2311-4F24-9C01-42DB3340DF48}" srcOrd="1" destOrd="0" presId="urn:microsoft.com/office/officeart/2018/2/layout/IconVerticalSolidList"/>
    <dgm:cxn modelId="{930BBB27-BAB6-4415-844B-2092140910B9}" type="presParOf" srcId="{ABD19E43-C6C5-4EDF-BAAC-1487E83789D5}" destId="{451D988D-5BBC-454A-9AC7-82F88498399F}" srcOrd="2" destOrd="0" presId="urn:microsoft.com/office/officeart/2018/2/layout/IconVerticalSolidList"/>
    <dgm:cxn modelId="{D7111F15-B849-4D88-B82B-621143BF60F7}" type="presParOf" srcId="{ABD19E43-C6C5-4EDF-BAAC-1487E83789D5}" destId="{5F5804CD-047E-43D5-9317-C67616432366}" srcOrd="3" destOrd="0" presId="urn:microsoft.com/office/officeart/2018/2/layout/IconVerticalSolidList"/>
    <dgm:cxn modelId="{AE122D75-ECD9-4A3F-9243-D66A922ED2B3}" type="presParOf" srcId="{AA6F1818-3702-4BB0-96C8-161847A0F369}" destId="{6248DA3E-578A-4A93-875E-0A9F72774B99}" srcOrd="5" destOrd="0" presId="urn:microsoft.com/office/officeart/2018/2/layout/IconVerticalSolidList"/>
    <dgm:cxn modelId="{CD230E35-86A1-412C-9079-206454689655}" type="presParOf" srcId="{AA6F1818-3702-4BB0-96C8-161847A0F369}" destId="{D9EF2E16-1847-48CB-9C5F-E46DB407BE95}" srcOrd="6" destOrd="0" presId="urn:microsoft.com/office/officeart/2018/2/layout/IconVerticalSolidList"/>
    <dgm:cxn modelId="{BFA853BF-EFA4-4E06-92D1-72D878A69FBE}" type="presParOf" srcId="{D9EF2E16-1847-48CB-9C5F-E46DB407BE95}" destId="{649CE069-207A-4F6B-B646-2A982AE8AB01}" srcOrd="0" destOrd="0" presId="urn:microsoft.com/office/officeart/2018/2/layout/IconVerticalSolidList"/>
    <dgm:cxn modelId="{1EA565A2-54AF-41E9-85D2-6D843D02ABE2}" type="presParOf" srcId="{D9EF2E16-1847-48CB-9C5F-E46DB407BE95}" destId="{C0ADA7C2-8C4F-4EAA-96F4-69E2FC7C7C8E}" srcOrd="1" destOrd="0" presId="urn:microsoft.com/office/officeart/2018/2/layout/IconVerticalSolidList"/>
    <dgm:cxn modelId="{0BBB102B-F008-4346-9466-75AD81FAE5E9}" type="presParOf" srcId="{D9EF2E16-1847-48CB-9C5F-E46DB407BE95}" destId="{F661FC1A-C74C-43AD-B780-4F0B2BAF222A}" srcOrd="2" destOrd="0" presId="urn:microsoft.com/office/officeart/2018/2/layout/IconVerticalSolidList"/>
    <dgm:cxn modelId="{77F78ED0-A60A-44AA-ABFA-6195B2519080}" type="presParOf" srcId="{D9EF2E16-1847-48CB-9C5F-E46DB407BE95}" destId="{CF95EFEB-98C6-40A0-B4C3-0F8B4E0B1C7F}"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2B3603-BF6B-4A6E-B819-355C87649138}">
      <dsp:nvSpPr>
        <dsp:cNvPr id="0" name=""/>
        <dsp:cNvSpPr/>
      </dsp:nvSpPr>
      <dsp:spPr>
        <a:xfrm>
          <a:off x="221681" y="2172763"/>
          <a:ext cx="1133157" cy="592571"/>
        </a:xfrm>
        <a:prstGeom prst="homePlate">
          <a:avLst>
            <a:gd name="adj" fmla="val 40000"/>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ctr" defTabSz="711200">
            <a:lnSpc>
              <a:spcPct val="90000"/>
            </a:lnSpc>
            <a:spcBef>
              <a:spcPct val="0"/>
            </a:spcBef>
            <a:spcAft>
              <a:spcPct val="35000"/>
            </a:spcAft>
            <a:buNone/>
          </a:pPr>
          <a:r>
            <a:rPr lang="en-US" sz="1600" kern="1200"/>
            <a:t>2023</a:t>
          </a:r>
        </a:p>
        <a:p>
          <a:pPr marL="0" lvl="0" indent="0" algn="ctr" defTabSz="711200">
            <a:lnSpc>
              <a:spcPct val="90000"/>
            </a:lnSpc>
            <a:spcBef>
              <a:spcPct val="0"/>
            </a:spcBef>
            <a:spcAft>
              <a:spcPct val="35000"/>
            </a:spcAft>
            <a:buNone/>
          </a:pPr>
          <a:r>
            <a:rPr lang="en-US" sz="1600" kern="1200"/>
            <a:t>-- Q3</a:t>
          </a:r>
        </a:p>
      </dsp:txBody>
      <dsp:txXfrm>
        <a:off x="221681" y="2172763"/>
        <a:ext cx="1014643" cy="592571"/>
      </dsp:txXfrm>
    </dsp:sp>
    <dsp:sp modelId="{9B010D8F-7DAB-463B-908B-751A965100C9}">
      <dsp:nvSpPr>
        <dsp:cNvPr id="0" name=""/>
        <dsp:cNvSpPr/>
      </dsp:nvSpPr>
      <dsp:spPr>
        <a:xfrm>
          <a:off x="1345" y="0"/>
          <a:ext cx="1573830" cy="15801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42240" rIns="0" bIns="142240" numCol="1" spcCol="1270" anchor="b" anchorCtr="1">
          <a:noAutofit/>
        </a:bodyPr>
        <a:lstStyle/>
        <a:p>
          <a:pPr marL="0" lvl="0" indent="0" algn="ctr" defTabSz="711200">
            <a:lnSpc>
              <a:spcPct val="90000"/>
            </a:lnSpc>
            <a:spcBef>
              <a:spcPct val="0"/>
            </a:spcBef>
            <a:spcAft>
              <a:spcPct val="35000"/>
            </a:spcAft>
            <a:buNone/>
          </a:pPr>
          <a:r>
            <a:rPr lang="en-US" sz="1600" kern="1200" dirty="0"/>
            <a:t>11-month ML  program from</a:t>
          </a:r>
        </a:p>
        <a:p>
          <a:pPr marL="0" lvl="0" indent="0" algn="ctr" defTabSz="711200">
            <a:lnSpc>
              <a:spcPct val="90000"/>
            </a:lnSpc>
            <a:spcBef>
              <a:spcPct val="0"/>
            </a:spcBef>
            <a:spcAft>
              <a:spcPct val="35000"/>
            </a:spcAft>
            <a:buNone/>
          </a:pPr>
          <a:r>
            <a:rPr lang="en-US" sz="1600" kern="1200" dirty="0"/>
            <a:t> IIT Roorkee</a:t>
          </a:r>
        </a:p>
      </dsp:txBody>
      <dsp:txXfrm>
        <a:off x="1345" y="0"/>
        <a:ext cx="1573830" cy="1580191"/>
      </dsp:txXfrm>
    </dsp:sp>
    <dsp:sp modelId="{1F778984-5A9E-4E2C-8F34-B75E06860E5A}">
      <dsp:nvSpPr>
        <dsp:cNvPr id="0" name=""/>
        <dsp:cNvSpPr/>
      </dsp:nvSpPr>
      <dsp:spPr>
        <a:xfrm>
          <a:off x="1354839" y="2469048"/>
          <a:ext cx="440672" cy="0"/>
        </a:xfrm>
        <a:custGeom>
          <a:avLst/>
          <a:gdLst/>
          <a:ahLst/>
          <a:cxnLst/>
          <a:rect l="0" t="0" r="0" b="0"/>
          <a:pathLst>
            <a:path>
              <a:moveTo>
                <a:pt x="0" y="0"/>
              </a:moveTo>
              <a:lnTo>
                <a:pt x="44067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7E79E273-4211-4667-907D-53856D9D6EC2}">
      <dsp:nvSpPr>
        <dsp:cNvPr id="0" name=""/>
        <dsp:cNvSpPr/>
      </dsp:nvSpPr>
      <dsp:spPr>
        <a:xfrm>
          <a:off x="788260" y="1678953"/>
          <a:ext cx="0" cy="493809"/>
        </a:xfrm>
        <a:prstGeom prst="line">
          <a:avLst/>
        </a:prstGeom>
        <a:noFill/>
        <a:ln w="1270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293DBC67-12F4-4B02-B13F-B59E554F7914}">
      <dsp:nvSpPr>
        <dsp:cNvPr id="0" name=""/>
        <dsp:cNvSpPr/>
      </dsp:nvSpPr>
      <dsp:spPr>
        <a:xfrm>
          <a:off x="738879" y="1580191"/>
          <a:ext cx="98761" cy="98761"/>
        </a:xfrm>
        <a:prstGeom prst="rect">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AF9DA18-17F5-4916-9A42-4369DF73A5EA}">
      <dsp:nvSpPr>
        <dsp:cNvPr id="0" name=""/>
        <dsp:cNvSpPr/>
      </dsp:nvSpPr>
      <dsp:spPr>
        <a:xfrm>
          <a:off x="1795511" y="2172763"/>
          <a:ext cx="1133157" cy="592571"/>
        </a:xfrm>
        <a:prstGeom prst="hexagon">
          <a:avLst>
            <a:gd name="adj" fmla="val 40000"/>
            <a:gd name="vf" fmla="val 115470"/>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ctr" defTabSz="711200">
            <a:lnSpc>
              <a:spcPct val="90000"/>
            </a:lnSpc>
            <a:spcBef>
              <a:spcPct val="0"/>
            </a:spcBef>
            <a:spcAft>
              <a:spcPct val="35000"/>
            </a:spcAft>
            <a:buNone/>
          </a:pPr>
          <a:r>
            <a:rPr lang="en-US" sz="1600" kern="1200"/>
            <a:t>2023 – Q4</a:t>
          </a:r>
        </a:p>
      </dsp:txBody>
      <dsp:txXfrm>
        <a:off x="1968950" y="2263461"/>
        <a:ext cx="786279" cy="411175"/>
      </dsp:txXfrm>
    </dsp:sp>
    <dsp:sp modelId="{FA4101BD-5AEB-493C-9258-54CAA0F5418C}">
      <dsp:nvSpPr>
        <dsp:cNvPr id="0" name=""/>
        <dsp:cNvSpPr/>
      </dsp:nvSpPr>
      <dsp:spPr>
        <a:xfrm>
          <a:off x="1575175" y="3357906"/>
          <a:ext cx="1573830" cy="15801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42240" rIns="0" bIns="142240" numCol="1" spcCol="1270" anchor="t" anchorCtr="1">
          <a:noAutofit/>
        </a:bodyPr>
        <a:lstStyle/>
        <a:p>
          <a:pPr marL="0" lvl="0" indent="0" algn="ctr" defTabSz="711200">
            <a:lnSpc>
              <a:spcPct val="90000"/>
            </a:lnSpc>
            <a:spcBef>
              <a:spcPct val="0"/>
            </a:spcBef>
            <a:spcAft>
              <a:spcPct val="35000"/>
            </a:spcAft>
            <a:buNone/>
          </a:pPr>
          <a:r>
            <a:rPr lang="en-US" sz="1600" kern="1200" dirty="0"/>
            <a:t>ML Project within organization to identify “fragile” fixes</a:t>
          </a:r>
        </a:p>
      </dsp:txBody>
      <dsp:txXfrm>
        <a:off x="1575175" y="3357906"/>
        <a:ext cx="1573830" cy="1580191"/>
      </dsp:txXfrm>
    </dsp:sp>
    <dsp:sp modelId="{D245F736-B444-4F61-91A3-A5A7DBE96C79}">
      <dsp:nvSpPr>
        <dsp:cNvPr id="0" name=""/>
        <dsp:cNvSpPr/>
      </dsp:nvSpPr>
      <dsp:spPr>
        <a:xfrm>
          <a:off x="2928669" y="2469048"/>
          <a:ext cx="440672" cy="0"/>
        </a:xfrm>
        <a:custGeom>
          <a:avLst/>
          <a:gdLst/>
          <a:ahLst/>
          <a:cxnLst/>
          <a:rect l="0" t="0" r="0" b="0"/>
          <a:pathLst>
            <a:path>
              <a:moveTo>
                <a:pt x="0" y="0"/>
              </a:moveTo>
              <a:lnTo>
                <a:pt x="44067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019C315-62E9-4212-95C3-8FEC5BF31948}">
      <dsp:nvSpPr>
        <dsp:cNvPr id="0" name=""/>
        <dsp:cNvSpPr/>
      </dsp:nvSpPr>
      <dsp:spPr>
        <a:xfrm>
          <a:off x="2362090" y="2765334"/>
          <a:ext cx="0" cy="493809"/>
        </a:xfrm>
        <a:prstGeom prst="line">
          <a:avLst/>
        </a:prstGeom>
        <a:noFill/>
        <a:ln w="1270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DF7A48DE-C1CA-4E32-A819-CB28908E3D72}">
      <dsp:nvSpPr>
        <dsp:cNvPr id="0" name=""/>
        <dsp:cNvSpPr/>
      </dsp:nvSpPr>
      <dsp:spPr>
        <a:xfrm>
          <a:off x="2312709" y="3259144"/>
          <a:ext cx="98761" cy="98761"/>
        </a:xfrm>
        <a:prstGeom prst="rect">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9540F0A-9CD6-4FCC-A3CD-796324CFA7B0}">
      <dsp:nvSpPr>
        <dsp:cNvPr id="0" name=""/>
        <dsp:cNvSpPr/>
      </dsp:nvSpPr>
      <dsp:spPr>
        <a:xfrm>
          <a:off x="3369342" y="2172763"/>
          <a:ext cx="1133157" cy="592571"/>
        </a:xfrm>
        <a:prstGeom prst="hexagon">
          <a:avLst>
            <a:gd name="adj" fmla="val 40000"/>
            <a:gd name="vf" fmla="val 115470"/>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ctr" defTabSz="711200">
            <a:lnSpc>
              <a:spcPct val="90000"/>
            </a:lnSpc>
            <a:spcBef>
              <a:spcPct val="0"/>
            </a:spcBef>
            <a:spcAft>
              <a:spcPct val="35000"/>
            </a:spcAft>
            <a:buNone/>
          </a:pPr>
          <a:r>
            <a:rPr lang="en-US" sz="1600" kern="1200"/>
            <a:t>2024 – Q1</a:t>
          </a:r>
        </a:p>
      </dsp:txBody>
      <dsp:txXfrm>
        <a:off x="3542781" y="2263461"/>
        <a:ext cx="786279" cy="411175"/>
      </dsp:txXfrm>
    </dsp:sp>
    <dsp:sp modelId="{6182FAE9-E1E0-45AD-9C9C-F77B28D93BCB}">
      <dsp:nvSpPr>
        <dsp:cNvPr id="0" name=""/>
        <dsp:cNvSpPr/>
      </dsp:nvSpPr>
      <dsp:spPr>
        <a:xfrm>
          <a:off x="3149005" y="0"/>
          <a:ext cx="1573830" cy="15801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42240" rIns="0" bIns="142240" numCol="1" spcCol="1270" anchor="b" anchorCtr="1">
          <a:noAutofit/>
        </a:bodyPr>
        <a:lstStyle/>
        <a:p>
          <a:pPr marL="0" lvl="0" indent="0" algn="ctr" defTabSz="711200">
            <a:lnSpc>
              <a:spcPct val="90000"/>
            </a:lnSpc>
            <a:spcBef>
              <a:spcPct val="0"/>
            </a:spcBef>
            <a:spcAft>
              <a:spcPct val="35000"/>
            </a:spcAft>
            <a:buNone/>
          </a:pPr>
          <a:r>
            <a:rPr lang="en-US" sz="1600" kern="1200" dirty="0"/>
            <a:t>MSFT Co-pilot “pilot” and evaluation</a:t>
          </a:r>
        </a:p>
      </dsp:txBody>
      <dsp:txXfrm>
        <a:off x="3149005" y="0"/>
        <a:ext cx="1573830" cy="1580191"/>
      </dsp:txXfrm>
    </dsp:sp>
    <dsp:sp modelId="{1F1A6A67-7F57-46D2-B825-A9D82B22C220}">
      <dsp:nvSpPr>
        <dsp:cNvPr id="0" name=""/>
        <dsp:cNvSpPr/>
      </dsp:nvSpPr>
      <dsp:spPr>
        <a:xfrm>
          <a:off x="4502500" y="2469048"/>
          <a:ext cx="440672" cy="0"/>
        </a:xfrm>
        <a:custGeom>
          <a:avLst/>
          <a:gdLst/>
          <a:ahLst/>
          <a:cxnLst/>
          <a:rect l="0" t="0" r="0" b="0"/>
          <a:pathLst>
            <a:path>
              <a:moveTo>
                <a:pt x="0" y="0"/>
              </a:moveTo>
              <a:lnTo>
                <a:pt x="44067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4B80E50-EAD2-4EA1-829A-9453A215A14F}">
      <dsp:nvSpPr>
        <dsp:cNvPr id="0" name=""/>
        <dsp:cNvSpPr/>
      </dsp:nvSpPr>
      <dsp:spPr>
        <a:xfrm>
          <a:off x="3935921" y="1678953"/>
          <a:ext cx="0" cy="493809"/>
        </a:xfrm>
        <a:prstGeom prst="line">
          <a:avLst/>
        </a:prstGeom>
        <a:noFill/>
        <a:ln w="1270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FEF595BE-6ACF-4696-BE87-BFBF477D0BC2}">
      <dsp:nvSpPr>
        <dsp:cNvPr id="0" name=""/>
        <dsp:cNvSpPr/>
      </dsp:nvSpPr>
      <dsp:spPr>
        <a:xfrm>
          <a:off x="3886540" y="1580191"/>
          <a:ext cx="98761" cy="98761"/>
        </a:xfrm>
        <a:prstGeom prst="rect">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3C7273E-44CF-47C6-A117-272C5C3D703A}">
      <dsp:nvSpPr>
        <dsp:cNvPr id="0" name=""/>
        <dsp:cNvSpPr/>
      </dsp:nvSpPr>
      <dsp:spPr>
        <a:xfrm>
          <a:off x="4943172" y="2172763"/>
          <a:ext cx="1133157" cy="592571"/>
        </a:xfrm>
        <a:prstGeom prst="hexagon">
          <a:avLst>
            <a:gd name="adj" fmla="val 40000"/>
            <a:gd name="vf" fmla="val 115470"/>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ctr" defTabSz="711200">
            <a:lnSpc>
              <a:spcPct val="90000"/>
            </a:lnSpc>
            <a:spcBef>
              <a:spcPct val="0"/>
            </a:spcBef>
            <a:spcAft>
              <a:spcPct val="35000"/>
            </a:spcAft>
            <a:buNone/>
          </a:pPr>
          <a:r>
            <a:rPr lang="en-US" sz="1600" kern="1200"/>
            <a:t>2025 – Q2</a:t>
          </a:r>
        </a:p>
      </dsp:txBody>
      <dsp:txXfrm>
        <a:off x="5116611" y="2263461"/>
        <a:ext cx="786279" cy="411175"/>
      </dsp:txXfrm>
    </dsp:sp>
    <dsp:sp modelId="{A15F3F92-7E64-4389-BAAE-38D28D58A722}">
      <dsp:nvSpPr>
        <dsp:cNvPr id="0" name=""/>
        <dsp:cNvSpPr/>
      </dsp:nvSpPr>
      <dsp:spPr>
        <a:xfrm>
          <a:off x="4722836" y="3357906"/>
          <a:ext cx="1573830" cy="15801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42240" rIns="0" bIns="142240" numCol="1" spcCol="1270" anchor="t" anchorCtr="1">
          <a:noAutofit/>
        </a:bodyPr>
        <a:lstStyle/>
        <a:p>
          <a:pPr marL="0" lvl="0" indent="0" algn="ctr" defTabSz="711200">
            <a:lnSpc>
              <a:spcPct val="90000"/>
            </a:lnSpc>
            <a:spcBef>
              <a:spcPct val="0"/>
            </a:spcBef>
            <a:spcAft>
              <a:spcPct val="35000"/>
            </a:spcAft>
            <a:buNone/>
          </a:pPr>
          <a:r>
            <a:rPr lang="en-US" sz="1600" kern="1200" dirty="0"/>
            <a:t>RAG based Chatbot (for field queries) - </a:t>
          </a:r>
          <a:r>
            <a:rPr lang="en-US" sz="1600" kern="1200" dirty="0">
              <a:highlight>
                <a:srgbClr val="FFFF00"/>
              </a:highlight>
            </a:rPr>
            <a:t>Search</a:t>
          </a:r>
        </a:p>
      </dsp:txBody>
      <dsp:txXfrm>
        <a:off x="4722836" y="3357906"/>
        <a:ext cx="1573830" cy="1580191"/>
      </dsp:txXfrm>
    </dsp:sp>
    <dsp:sp modelId="{813AC310-506D-40F5-A97A-CCEB9782E983}">
      <dsp:nvSpPr>
        <dsp:cNvPr id="0" name=""/>
        <dsp:cNvSpPr/>
      </dsp:nvSpPr>
      <dsp:spPr>
        <a:xfrm>
          <a:off x="6076330" y="2469048"/>
          <a:ext cx="440672" cy="0"/>
        </a:xfrm>
        <a:custGeom>
          <a:avLst/>
          <a:gdLst/>
          <a:ahLst/>
          <a:cxnLst/>
          <a:rect l="0" t="0" r="0" b="0"/>
          <a:pathLst>
            <a:path>
              <a:moveTo>
                <a:pt x="0" y="0"/>
              </a:moveTo>
              <a:lnTo>
                <a:pt x="44067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E778E26-4D14-4403-A192-CE12978A1E14}">
      <dsp:nvSpPr>
        <dsp:cNvPr id="0" name=""/>
        <dsp:cNvSpPr/>
      </dsp:nvSpPr>
      <dsp:spPr>
        <a:xfrm>
          <a:off x="5509751" y="2765334"/>
          <a:ext cx="0" cy="493809"/>
        </a:xfrm>
        <a:prstGeom prst="line">
          <a:avLst/>
        </a:prstGeom>
        <a:noFill/>
        <a:ln w="1270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040E4AF2-6441-4FD4-A09E-EE1A278FB714}">
      <dsp:nvSpPr>
        <dsp:cNvPr id="0" name=""/>
        <dsp:cNvSpPr/>
      </dsp:nvSpPr>
      <dsp:spPr>
        <a:xfrm>
          <a:off x="5460370" y="3259144"/>
          <a:ext cx="98761" cy="98761"/>
        </a:xfrm>
        <a:prstGeom prst="rect">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11A1FA-6AA4-47BC-AAF2-9F77F4489B9E}">
      <dsp:nvSpPr>
        <dsp:cNvPr id="0" name=""/>
        <dsp:cNvSpPr/>
      </dsp:nvSpPr>
      <dsp:spPr>
        <a:xfrm>
          <a:off x="6517002" y="2172763"/>
          <a:ext cx="1133157" cy="592571"/>
        </a:xfrm>
        <a:prstGeom prst="hexagon">
          <a:avLst>
            <a:gd name="adj" fmla="val 40000"/>
            <a:gd name="vf" fmla="val 115470"/>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ctr" defTabSz="711200">
            <a:lnSpc>
              <a:spcPct val="90000"/>
            </a:lnSpc>
            <a:spcBef>
              <a:spcPct val="0"/>
            </a:spcBef>
            <a:spcAft>
              <a:spcPct val="35000"/>
            </a:spcAft>
            <a:buNone/>
          </a:pPr>
          <a:r>
            <a:rPr lang="en-US" sz="1600" kern="1200"/>
            <a:t>2025 – Q2</a:t>
          </a:r>
        </a:p>
      </dsp:txBody>
      <dsp:txXfrm>
        <a:off x="6690441" y="2263461"/>
        <a:ext cx="786279" cy="411175"/>
      </dsp:txXfrm>
    </dsp:sp>
    <dsp:sp modelId="{D51E0DE8-C7A3-4BC5-A23F-BD4DF9140776}">
      <dsp:nvSpPr>
        <dsp:cNvPr id="0" name=""/>
        <dsp:cNvSpPr/>
      </dsp:nvSpPr>
      <dsp:spPr>
        <a:xfrm>
          <a:off x="6296666" y="0"/>
          <a:ext cx="1573830" cy="15801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42240" rIns="0" bIns="142240" numCol="1" spcCol="1270" anchor="b" anchorCtr="1">
          <a:noAutofit/>
        </a:bodyPr>
        <a:lstStyle/>
        <a:p>
          <a:pPr marL="0" lvl="0" indent="0" algn="ctr" defTabSz="711200">
            <a:lnSpc>
              <a:spcPct val="90000"/>
            </a:lnSpc>
            <a:spcBef>
              <a:spcPct val="0"/>
            </a:spcBef>
            <a:spcAft>
              <a:spcPct val="35000"/>
            </a:spcAft>
            <a:buNone/>
          </a:pPr>
          <a:r>
            <a:rPr lang="en-US" sz="1600" kern="1200" dirty="0"/>
            <a:t>Integration of chatbot with MS Teams – </a:t>
          </a:r>
          <a:r>
            <a:rPr lang="en-US" sz="1600" kern="1200" dirty="0">
              <a:highlight>
                <a:srgbClr val="FFFF00"/>
              </a:highlight>
            </a:rPr>
            <a:t>Search</a:t>
          </a:r>
          <a:endParaRPr lang="en-US" sz="1600" kern="1200" dirty="0"/>
        </a:p>
      </dsp:txBody>
      <dsp:txXfrm>
        <a:off x="6296666" y="0"/>
        <a:ext cx="1573830" cy="1580191"/>
      </dsp:txXfrm>
    </dsp:sp>
    <dsp:sp modelId="{AB2E2DBC-FA09-4771-BAB6-7AC667906B02}">
      <dsp:nvSpPr>
        <dsp:cNvPr id="0" name=""/>
        <dsp:cNvSpPr/>
      </dsp:nvSpPr>
      <dsp:spPr>
        <a:xfrm>
          <a:off x="7650160" y="2469048"/>
          <a:ext cx="440672" cy="0"/>
        </a:xfrm>
        <a:custGeom>
          <a:avLst/>
          <a:gdLst/>
          <a:ahLst/>
          <a:cxnLst/>
          <a:rect l="0" t="0" r="0" b="0"/>
          <a:pathLst>
            <a:path>
              <a:moveTo>
                <a:pt x="0" y="0"/>
              </a:moveTo>
              <a:lnTo>
                <a:pt x="44067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C7AC4B9-E716-47C1-A029-B1A0CAB0FBBD}">
      <dsp:nvSpPr>
        <dsp:cNvPr id="0" name=""/>
        <dsp:cNvSpPr/>
      </dsp:nvSpPr>
      <dsp:spPr>
        <a:xfrm>
          <a:off x="7083581" y="1678953"/>
          <a:ext cx="0" cy="493809"/>
        </a:xfrm>
        <a:prstGeom prst="line">
          <a:avLst/>
        </a:prstGeom>
        <a:noFill/>
        <a:ln w="1270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F535565E-B782-4524-A33C-E9231E872020}">
      <dsp:nvSpPr>
        <dsp:cNvPr id="0" name=""/>
        <dsp:cNvSpPr/>
      </dsp:nvSpPr>
      <dsp:spPr>
        <a:xfrm>
          <a:off x="7034200" y="1580191"/>
          <a:ext cx="98761" cy="98761"/>
        </a:xfrm>
        <a:prstGeom prst="rect">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E575C85-BD2A-4BDD-BAE7-CEFC0D29F598}">
      <dsp:nvSpPr>
        <dsp:cNvPr id="0" name=""/>
        <dsp:cNvSpPr/>
      </dsp:nvSpPr>
      <dsp:spPr>
        <a:xfrm>
          <a:off x="8090833" y="2172763"/>
          <a:ext cx="1133157" cy="592571"/>
        </a:xfrm>
        <a:prstGeom prst="hexagon">
          <a:avLst>
            <a:gd name="adj" fmla="val 40000"/>
            <a:gd name="vf" fmla="val 115470"/>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ctr" defTabSz="711200">
            <a:lnSpc>
              <a:spcPct val="90000"/>
            </a:lnSpc>
            <a:spcBef>
              <a:spcPct val="0"/>
            </a:spcBef>
            <a:spcAft>
              <a:spcPct val="35000"/>
            </a:spcAft>
            <a:buNone/>
          </a:pPr>
          <a:r>
            <a:rPr lang="en-US" sz="1600" kern="1200"/>
            <a:t>2025- Q4</a:t>
          </a:r>
        </a:p>
      </dsp:txBody>
      <dsp:txXfrm>
        <a:off x="8264272" y="2263461"/>
        <a:ext cx="786279" cy="411175"/>
      </dsp:txXfrm>
    </dsp:sp>
    <dsp:sp modelId="{2962C974-A197-402F-845D-888E65ABED56}">
      <dsp:nvSpPr>
        <dsp:cNvPr id="0" name=""/>
        <dsp:cNvSpPr/>
      </dsp:nvSpPr>
      <dsp:spPr>
        <a:xfrm>
          <a:off x="7870497" y="3357906"/>
          <a:ext cx="1573830" cy="15801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42240" rIns="0" bIns="142240" numCol="1" spcCol="1270" anchor="t" anchorCtr="1">
          <a:noAutofit/>
        </a:bodyPr>
        <a:lstStyle/>
        <a:p>
          <a:pPr marL="0" lvl="0" indent="0" algn="ctr" defTabSz="711200">
            <a:lnSpc>
              <a:spcPct val="90000"/>
            </a:lnSpc>
            <a:spcBef>
              <a:spcPct val="0"/>
            </a:spcBef>
            <a:spcAft>
              <a:spcPct val="35000"/>
            </a:spcAft>
            <a:buNone/>
          </a:pPr>
          <a:r>
            <a:rPr lang="en-US" sz="1600" kern="1200" dirty="0">
              <a:highlight>
                <a:srgbClr val="FFFF00"/>
              </a:highlight>
            </a:rPr>
            <a:t>Knowledge creation </a:t>
          </a:r>
          <a:r>
            <a:rPr lang="en-US" sz="1600" kern="1200" dirty="0"/>
            <a:t>– Technical documentation</a:t>
          </a:r>
        </a:p>
      </dsp:txBody>
      <dsp:txXfrm>
        <a:off x="7870497" y="3357906"/>
        <a:ext cx="1573830" cy="1580191"/>
      </dsp:txXfrm>
    </dsp:sp>
    <dsp:sp modelId="{49086FEA-F245-4D9F-93A0-2541298D8E24}">
      <dsp:nvSpPr>
        <dsp:cNvPr id="0" name=""/>
        <dsp:cNvSpPr/>
      </dsp:nvSpPr>
      <dsp:spPr>
        <a:xfrm>
          <a:off x="9223991" y="2469048"/>
          <a:ext cx="440672" cy="0"/>
        </a:xfrm>
        <a:custGeom>
          <a:avLst/>
          <a:gdLst/>
          <a:ahLst/>
          <a:cxnLst/>
          <a:rect l="0" t="0" r="0" b="0"/>
          <a:pathLst>
            <a:path>
              <a:moveTo>
                <a:pt x="0" y="0"/>
              </a:moveTo>
              <a:lnTo>
                <a:pt x="44067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86C2DB2-0BA3-4211-BFD1-A45D4DF3CBD9}">
      <dsp:nvSpPr>
        <dsp:cNvPr id="0" name=""/>
        <dsp:cNvSpPr/>
      </dsp:nvSpPr>
      <dsp:spPr>
        <a:xfrm>
          <a:off x="8657412" y="2765334"/>
          <a:ext cx="0" cy="493809"/>
        </a:xfrm>
        <a:prstGeom prst="line">
          <a:avLst/>
        </a:prstGeom>
        <a:noFill/>
        <a:ln w="1270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A0E023E5-0287-4238-B85C-1A7D292B90F0}">
      <dsp:nvSpPr>
        <dsp:cNvPr id="0" name=""/>
        <dsp:cNvSpPr/>
      </dsp:nvSpPr>
      <dsp:spPr>
        <a:xfrm>
          <a:off x="8608031" y="3259144"/>
          <a:ext cx="98761" cy="98761"/>
        </a:xfrm>
        <a:prstGeom prst="rect">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799E5DD-62D2-4382-9166-4C08A0488265}">
      <dsp:nvSpPr>
        <dsp:cNvPr id="0" name=""/>
        <dsp:cNvSpPr/>
      </dsp:nvSpPr>
      <dsp:spPr>
        <a:xfrm rot="10800000">
          <a:off x="9664663" y="2172763"/>
          <a:ext cx="1133157" cy="592571"/>
        </a:xfrm>
        <a:prstGeom prst="homePlate">
          <a:avLst>
            <a:gd name="adj" fmla="val 40000"/>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ctr" defTabSz="711200">
            <a:lnSpc>
              <a:spcPct val="90000"/>
            </a:lnSpc>
            <a:spcBef>
              <a:spcPct val="0"/>
            </a:spcBef>
            <a:spcAft>
              <a:spcPct val="35000"/>
            </a:spcAft>
            <a:buNone/>
          </a:pPr>
          <a:r>
            <a:rPr lang="en-US" sz="1600" kern="1200" dirty="0"/>
            <a:t>2026</a:t>
          </a:r>
        </a:p>
      </dsp:txBody>
      <dsp:txXfrm rot="10800000">
        <a:off x="9783177" y="2172763"/>
        <a:ext cx="1014643" cy="592571"/>
      </dsp:txXfrm>
    </dsp:sp>
    <dsp:sp modelId="{DBA4C318-CEAB-49C7-B099-8060F2F76FFB}">
      <dsp:nvSpPr>
        <dsp:cNvPr id="0" name=""/>
        <dsp:cNvSpPr/>
      </dsp:nvSpPr>
      <dsp:spPr>
        <a:xfrm>
          <a:off x="9444327" y="0"/>
          <a:ext cx="1573830" cy="15801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42240" rIns="0" bIns="142240" numCol="1" spcCol="1270" anchor="b" anchorCtr="1">
          <a:noAutofit/>
        </a:bodyPr>
        <a:lstStyle/>
        <a:p>
          <a:pPr marL="0" lvl="0" indent="0" algn="ctr" defTabSz="711200">
            <a:lnSpc>
              <a:spcPct val="90000"/>
            </a:lnSpc>
            <a:spcBef>
              <a:spcPct val="0"/>
            </a:spcBef>
            <a:spcAft>
              <a:spcPct val="35000"/>
            </a:spcAft>
            <a:buNone/>
          </a:pPr>
          <a:r>
            <a:rPr lang="en-US" sz="1600" kern="1200"/>
            <a:t>Knowledge Creation</a:t>
          </a:r>
          <a:endParaRPr lang="en-US" sz="1600" kern="1200" dirty="0"/>
        </a:p>
      </dsp:txBody>
      <dsp:txXfrm>
        <a:off x="9444327" y="0"/>
        <a:ext cx="1573830" cy="1580191"/>
      </dsp:txXfrm>
    </dsp:sp>
    <dsp:sp modelId="{61EA62DB-78BF-40D5-A5B2-BEAA8A1170B7}">
      <dsp:nvSpPr>
        <dsp:cNvPr id="0" name=""/>
        <dsp:cNvSpPr/>
      </dsp:nvSpPr>
      <dsp:spPr>
        <a:xfrm>
          <a:off x="10231242" y="1678953"/>
          <a:ext cx="0" cy="493809"/>
        </a:xfrm>
        <a:prstGeom prst="line">
          <a:avLst/>
        </a:prstGeom>
        <a:noFill/>
        <a:ln w="1270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D84AF8D6-F60E-4132-98DF-969B49701D27}">
      <dsp:nvSpPr>
        <dsp:cNvPr id="0" name=""/>
        <dsp:cNvSpPr/>
      </dsp:nvSpPr>
      <dsp:spPr>
        <a:xfrm>
          <a:off x="10181861" y="1580191"/>
          <a:ext cx="98761" cy="98761"/>
        </a:xfrm>
        <a:prstGeom prst="rect">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C0091C-C6A8-433E-B91C-8C9370159FAB}">
      <dsp:nvSpPr>
        <dsp:cNvPr id="0" name=""/>
        <dsp:cNvSpPr/>
      </dsp:nvSpPr>
      <dsp:spPr>
        <a:xfrm>
          <a:off x="1458" y="767180"/>
          <a:ext cx="1225257" cy="612628"/>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kern="1200" dirty="0"/>
            <a:t>Evolution of AI </a:t>
          </a:r>
        </a:p>
      </dsp:txBody>
      <dsp:txXfrm>
        <a:off x="19401" y="785123"/>
        <a:ext cx="1189371" cy="576742"/>
      </dsp:txXfrm>
    </dsp:sp>
    <dsp:sp modelId="{18E8AD06-9198-494D-8517-5332FE2D7EBE}">
      <dsp:nvSpPr>
        <dsp:cNvPr id="0" name=""/>
        <dsp:cNvSpPr/>
      </dsp:nvSpPr>
      <dsp:spPr>
        <a:xfrm>
          <a:off x="123984" y="1379809"/>
          <a:ext cx="122525" cy="459471"/>
        </a:xfrm>
        <a:custGeom>
          <a:avLst/>
          <a:gdLst/>
          <a:ahLst/>
          <a:cxnLst/>
          <a:rect l="0" t="0" r="0" b="0"/>
          <a:pathLst>
            <a:path>
              <a:moveTo>
                <a:pt x="0" y="0"/>
              </a:moveTo>
              <a:lnTo>
                <a:pt x="0" y="459471"/>
              </a:lnTo>
              <a:lnTo>
                <a:pt x="122525" y="459471"/>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C3093B6-380F-4875-8985-F8045137E5E0}">
      <dsp:nvSpPr>
        <dsp:cNvPr id="0" name=""/>
        <dsp:cNvSpPr/>
      </dsp:nvSpPr>
      <dsp:spPr>
        <a:xfrm>
          <a:off x="246510" y="1532966"/>
          <a:ext cx="980206" cy="612628"/>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 tIns="8890" rIns="13335" bIns="8890" numCol="1" spcCol="1270" anchor="ctr" anchorCtr="0">
          <a:noAutofit/>
        </a:bodyPr>
        <a:lstStyle/>
        <a:p>
          <a:pPr marL="0" lvl="0" indent="0" algn="ctr" defTabSz="311150">
            <a:lnSpc>
              <a:spcPct val="90000"/>
            </a:lnSpc>
            <a:spcBef>
              <a:spcPct val="0"/>
            </a:spcBef>
            <a:spcAft>
              <a:spcPct val="35000"/>
            </a:spcAft>
            <a:buNone/>
          </a:pPr>
          <a:r>
            <a:rPr lang="en-US" sz="700" kern="1200" dirty="0"/>
            <a:t>Excel based -&gt; ML models -&gt; LLM -&gt; Agents -&gt; General Intelligence </a:t>
          </a:r>
        </a:p>
      </dsp:txBody>
      <dsp:txXfrm>
        <a:off x="264453" y="1550909"/>
        <a:ext cx="944320" cy="576742"/>
      </dsp:txXfrm>
    </dsp:sp>
    <dsp:sp modelId="{5086B100-B3FD-4605-B26F-C2095E61D2BE}">
      <dsp:nvSpPr>
        <dsp:cNvPr id="0" name=""/>
        <dsp:cNvSpPr/>
      </dsp:nvSpPr>
      <dsp:spPr>
        <a:xfrm>
          <a:off x="1533030" y="767180"/>
          <a:ext cx="1225257" cy="612628"/>
        </a:xfrm>
        <a:prstGeom prst="roundRect">
          <a:avLst>
            <a:gd name="adj" fmla="val 10000"/>
          </a:avLst>
        </a:prstGeom>
        <a:solidFill>
          <a:schemeClr val="accent5">
            <a:hueOff val="-965506"/>
            <a:satOff val="-2488"/>
            <a:lumOff val="-168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kern="1200"/>
            <a:t>Difference between ML models and GenAI </a:t>
          </a:r>
        </a:p>
      </dsp:txBody>
      <dsp:txXfrm>
        <a:off x="1550973" y="785123"/>
        <a:ext cx="1189371" cy="576742"/>
      </dsp:txXfrm>
    </dsp:sp>
    <dsp:sp modelId="{1D6AC79C-22AC-4DB7-B002-892EF6537CD0}">
      <dsp:nvSpPr>
        <dsp:cNvPr id="0" name=""/>
        <dsp:cNvSpPr/>
      </dsp:nvSpPr>
      <dsp:spPr>
        <a:xfrm>
          <a:off x="1655556" y="1379809"/>
          <a:ext cx="122525" cy="459471"/>
        </a:xfrm>
        <a:custGeom>
          <a:avLst/>
          <a:gdLst/>
          <a:ahLst/>
          <a:cxnLst/>
          <a:rect l="0" t="0" r="0" b="0"/>
          <a:pathLst>
            <a:path>
              <a:moveTo>
                <a:pt x="0" y="0"/>
              </a:moveTo>
              <a:lnTo>
                <a:pt x="0" y="459471"/>
              </a:lnTo>
              <a:lnTo>
                <a:pt x="122525" y="459471"/>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6DFE983-B3C4-4391-AF2F-F5133C0A0848}">
      <dsp:nvSpPr>
        <dsp:cNvPr id="0" name=""/>
        <dsp:cNvSpPr/>
      </dsp:nvSpPr>
      <dsp:spPr>
        <a:xfrm>
          <a:off x="1778082" y="1532966"/>
          <a:ext cx="980206" cy="612628"/>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422409"/>
              <a:satOff val="-1089"/>
              <a:lumOff val="-73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 tIns="8890" rIns="13335" bIns="8890" numCol="1" spcCol="1270" anchor="ctr" anchorCtr="0">
          <a:noAutofit/>
        </a:bodyPr>
        <a:lstStyle/>
        <a:p>
          <a:pPr marL="0" lvl="0" indent="0" algn="ctr" defTabSz="311150">
            <a:lnSpc>
              <a:spcPct val="90000"/>
            </a:lnSpc>
            <a:spcBef>
              <a:spcPct val="0"/>
            </a:spcBef>
            <a:spcAft>
              <a:spcPct val="35000"/>
            </a:spcAft>
            <a:buNone/>
          </a:pPr>
          <a:r>
            <a:rPr lang="en-US" sz="700" kern="1200"/>
            <a:t>Emphasize use case where ML is still relevant </a:t>
          </a:r>
        </a:p>
      </dsp:txBody>
      <dsp:txXfrm>
        <a:off x="1796025" y="1550909"/>
        <a:ext cx="944320" cy="576742"/>
      </dsp:txXfrm>
    </dsp:sp>
    <dsp:sp modelId="{686A3EDA-1412-48D4-9993-569D13619609}">
      <dsp:nvSpPr>
        <dsp:cNvPr id="0" name=""/>
        <dsp:cNvSpPr/>
      </dsp:nvSpPr>
      <dsp:spPr>
        <a:xfrm>
          <a:off x="3064603" y="767180"/>
          <a:ext cx="1225257" cy="612628"/>
        </a:xfrm>
        <a:prstGeom prst="roundRect">
          <a:avLst>
            <a:gd name="adj" fmla="val 10000"/>
          </a:avLst>
        </a:prstGeom>
        <a:solidFill>
          <a:schemeClr val="accent5">
            <a:hueOff val="-1931012"/>
            <a:satOff val="-4977"/>
            <a:lumOff val="-336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kern="1200" dirty="0"/>
            <a:t>LLMs @ work – (End user)</a:t>
          </a:r>
        </a:p>
      </dsp:txBody>
      <dsp:txXfrm>
        <a:off x="3082546" y="785123"/>
        <a:ext cx="1189371" cy="576742"/>
      </dsp:txXfrm>
    </dsp:sp>
    <dsp:sp modelId="{B57B2AFB-DC89-4B21-90DF-C40E22004CFF}">
      <dsp:nvSpPr>
        <dsp:cNvPr id="0" name=""/>
        <dsp:cNvSpPr/>
      </dsp:nvSpPr>
      <dsp:spPr>
        <a:xfrm>
          <a:off x="3187128" y="1379809"/>
          <a:ext cx="122525" cy="459471"/>
        </a:xfrm>
        <a:custGeom>
          <a:avLst/>
          <a:gdLst/>
          <a:ahLst/>
          <a:cxnLst/>
          <a:rect l="0" t="0" r="0" b="0"/>
          <a:pathLst>
            <a:path>
              <a:moveTo>
                <a:pt x="0" y="0"/>
              </a:moveTo>
              <a:lnTo>
                <a:pt x="0" y="459471"/>
              </a:lnTo>
              <a:lnTo>
                <a:pt x="122525" y="459471"/>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8942B19-FB46-47FF-8FA6-8A1C9D99C28E}">
      <dsp:nvSpPr>
        <dsp:cNvPr id="0" name=""/>
        <dsp:cNvSpPr/>
      </dsp:nvSpPr>
      <dsp:spPr>
        <a:xfrm>
          <a:off x="3309654" y="1532966"/>
          <a:ext cx="980206" cy="612628"/>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844818"/>
              <a:satOff val="-2177"/>
              <a:lumOff val="-1471"/>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 tIns="8890" rIns="13335" bIns="8890" numCol="1" spcCol="1270" anchor="ctr" anchorCtr="0">
          <a:noAutofit/>
        </a:bodyPr>
        <a:lstStyle/>
        <a:p>
          <a:pPr marL="0" lvl="0" indent="0" algn="ctr" defTabSz="311150">
            <a:lnSpc>
              <a:spcPct val="90000"/>
            </a:lnSpc>
            <a:spcBef>
              <a:spcPct val="0"/>
            </a:spcBef>
            <a:spcAft>
              <a:spcPct val="35000"/>
            </a:spcAft>
            <a:buNone/>
          </a:pPr>
          <a:r>
            <a:rPr lang="en-US" sz="700" kern="1200"/>
            <a:t>Multiple ways to harness GenAI ( co-pilot(integrated), gemini, ChatGPT, OpenAI </a:t>
          </a:r>
        </a:p>
      </dsp:txBody>
      <dsp:txXfrm>
        <a:off x="3327597" y="1550909"/>
        <a:ext cx="944320" cy="576742"/>
      </dsp:txXfrm>
    </dsp:sp>
    <dsp:sp modelId="{A0DAFCB6-6A35-4AC3-877F-7C9C0738B4BB}">
      <dsp:nvSpPr>
        <dsp:cNvPr id="0" name=""/>
        <dsp:cNvSpPr/>
      </dsp:nvSpPr>
      <dsp:spPr>
        <a:xfrm>
          <a:off x="4596175" y="767180"/>
          <a:ext cx="1225257" cy="612628"/>
        </a:xfrm>
        <a:prstGeom prst="roundRect">
          <a:avLst>
            <a:gd name="adj" fmla="val 10000"/>
          </a:avLst>
        </a:prstGeom>
        <a:solidFill>
          <a:schemeClr val="accent5">
            <a:hueOff val="-2896518"/>
            <a:satOff val="-7465"/>
            <a:lumOff val="-504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kern="1200"/>
            <a:t>Prompt engineering </a:t>
          </a:r>
        </a:p>
      </dsp:txBody>
      <dsp:txXfrm>
        <a:off x="4614118" y="785123"/>
        <a:ext cx="1189371" cy="576742"/>
      </dsp:txXfrm>
    </dsp:sp>
    <dsp:sp modelId="{05E7ADAD-F3B0-4E2E-ADEE-13838F3621F7}">
      <dsp:nvSpPr>
        <dsp:cNvPr id="0" name=""/>
        <dsp:cNvSpPr/>
      </dsp:nvSpPr>
      <dsp:spPr>
        <a:xfrm>
          <a:off x="4718701" y="1379809"/>
          <a:ext cx="122525" cy="459471"/>
        </a:xfrm>
        <a:custGeom>
          <a:avLst/>
          <a:gdLst/>
          <a:ahLst/>
          <a:cxnLst/>
          <a:rect l="0" t="0" r="0" b="0"/>
          <a:pathLst>
            <a:path>
              <a:moveTo>
                <a:pt x="0" y="0"/>
              </a:moveTo>
              <a:lnTo>
                <a:pt x="0" y="459471"/>
              </a:lnTo>
              <a:lnTo>
                <a:pt x="122525" y="459471"/>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58BAC1C-B710-4DFC-931D-2DDEE4E320E7}">
      <dsp:nvSpPr>
        <dsp:cNvPr id="0" name=""/>
        <dsp:cNvSpPr/>
      </dsp:nvSpPr>
      <dsp:spPr>
        <a:xfrm>
          <a:off x="4841227" y="1532966"/>
          <a:ext cx="980206" cy="612628"/>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1267227"/>
              <a:satOff val="-3266"/>
              <a:lumOff val="-2206"/>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 tIns="8890" rIns="13335" bIns="8890" numCol="1" spcCol="1270" anchor="ctr" anchorCtr="0">
          <a:noAutofit/>
        </a:bodyPr>
        <a:lstStyle/>
        <a:p>
          <a:pPr marL="0" lvl="0" indent="0" algn="ctr" defTabSz="311150">
            <a:lnSpc>
              <a:spcPct val="90000"/>
            </a:lnSpc>
            <a:spcBef>
              <a:spcPct val="0"/>
            </a:spcBef>
            <a:spcAft>
              <a:spcPct val="35000"/>
            </a:spcAft>
            <a:buNone/>
          </a:pPr>
          <a:r>
            <a:rPr lang="en-US" sz="700" kern="1200"/>
            <a:t>Types of prompts </a:t>
          </a:r>
        </a:p>
      </dsp:txBody>
      <dsp:txXfrm>
        <a:off x="4859170" y="1550909"/>
        <a:ext cx="944320" cy="576742"/>
      </dsp:txXfrm>
    </dsp:sp>
    <dsp:sp modelId="{6FA0CFED-F852-4077-8650-1B2E50E4345E}">
      <dsp:nvSpPr>
        <dsp:cNvPr id="0" name=""/>
        <dsp:cNvSpPr/>
      </dsp:nvSpPr>
      <dsp:spPr>
        <a:xfrm>
          <a:off x="4718701" y="1379809"/>
          <a:ext cx="122525" cy="1225257"/>
        </a:xfrm>
        <a:custGeom>
          <a:avLst/>
          <a:gdLst/>
          <a:ahLst/>
          <a:cxnLst/>
          <a:rect l="0" t="0" r="0" b="0"/>
          <a:pathLst>
            <a:path>
              <a:moveTo>
                <a:pt x="0" y="0"/>
              </a:moveTo>
              <a:lnTo>
                <a:pt x="0" y="1225257"/>
              </a:lnTo>
              <a:lnTo>
                <a:pt x="122525" y="1225257"/>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55CFB3B-C19F-416D-8F84-F883D7D8A974}">
      <dsp:nvSpPr>
        <dsp:cNvPr id="0" name=""/>
        <dsp:cNvSpPr/>
      </dsp:nvSpPr>
      <dsp:spPr>
        <a:xfrm>
          <a:off x="4841227" y="2298752"/>
          <a:ext cx="980206" cy="612628"/>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 tIns="8890" rIns="13335" bIns="8890" numCol="1" spcCol="1270" anchor="ctr" anchorCtr="0">
          <a:noAutofit/>
        </a:bodyPr>
        <a:lstStyle/>
        <a:p>
          <a:pPr marL="0" lvl="0" indent="0" algn="ctr" defTabSz="311150">
            <a:lnSpc>
              <a:spcPct val="90000"/>
            </a:lnSpc>
            <a:spcBef>
              <a:spcPct val="0"/>
            </a:spcBef>
            <a:spcAft>
              <a:spcPct val="35000"/>
            </a:spcAft>
            <a:buNone/>
          </a:pPr>
          <a:r>
            <a:rPr lang="en-US" sz="700" kern="1200"/>
            <a:t>Use Cases – PMO, Deep Research </a:t>
          </a:r>
        </a:p>
      </dsp:txBody>
      <dsp:txXfrm>
        <a:off x="4859170" y="2316695"/>
        <a:ext cx="944320" cy="576742"/>
      </dsp:txXfrm>
    </dsp:sp>
    <dsp:sp modelId="{600564F9-08C6-4755-89E7-FF4F8BAD48F1}">
      <dsp:nvSpPr>
        <dsp:cNvPr id="0" name=""/>
        <dsp:cNvSpPr/>
      </dsp:nvSpPr>
      <dsp:spPr>
        <a:xfrm>
          <a:off x="4718701" y="1379809"/>
          <a:ext cx="122525" cy="1991043"/>
        </a:xfrm>
        <a:custGeom>
          <a:avLst/>
          <a:gdLst/>
          <a:ahLst/>
          <a:cxnLst/>
          <a:rect l="0" t="0" r="0" b="0"/>
          <a:pathLst>
            <a:path>
              <a:moveTo>
                <a:pt x="0" y="0"/>
              </a:moveTo>
              <a:lnTo>
                <a:pt x="0" y="1991043"/>
              </a:lnTo>
              <a:lnTo>
                <a:pt x="122525" y="19910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233BBE3-7441-4FD3-917D-B91C20A51F66}">
      <dsp:nvSpPr>
        <dsp:cNvPr id="0" name=""/>
        <dsp:cNvSpPr/>
      </dsp:nvSpPr>
      <dsp:spPr>
        <a:xfrm>
          <a:off x="4841227" y="3064539"/>
          <a:ext cx="980206" cy="612628"/>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2112045"/>
              <a:satOff val="-5443"/>
              <a:lumOff val="-3677"/>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 tIns="8890" rIns="13335" bIns="8890" numCol="1" spcCol="1270" anchor="ctr" anchorCtr="0">
          <a:noAutofit/>
        </a:bodyPr>
        <a:lstStyle/>
        <a:p>
          <a:pPr marL="0" lvl="0" indent="0" algn="ctr" defTabSz="311150">
            <a:lnSpc>
              <a:spcPct val="90000"/>
            </a:lnSpc>
            <a:spcBef>
              <a:spcPct val="0"/>
            </a:spcBef>
            <a:spcAft>
              <a:spcPct val="35000"/>
            </a:spcAft>
            <a:buNone/>
          </a:pPr>
          <a:r>
            <a:rPr lang="en-US" sz="700" kern="1200"/>
            <a:t>Prompts from prompts trick </a:t>
          </a:r>
        </a:p>
      </dsp:txBody>
      <dsp:txXfrm>
        <a:off x="4859170" y="3082482"/>
        <a:ext cx="944320" cy="576742"/>
      </dsp:txXfrm>
    </dsp:sp>
    <dsp:sp modelId="{40BEB259-AA5A-44F5-8787-52AFF20B38ED}">
      <dsp:nvSpPr>
        <dsp:cNvPr id="0" name=""/>
        <dsp:cNvSpPr/>
      </dsp:nvSpPr>
      <dsp:spPr>
        <a:xfrm>
          <a:off x="4718701" y="1379809"/>
          <a:ext cx="122525" cy="2756830"/>
        </a:xfrm>
        <a:custGeom>
          <a:avLst/>
          <a:gdLst/>
          <a:ahLst/>
          <a:cxnLst/>
          <a:rect l="0" t="0" r="0" b="0"/>
          <a:pathLst>
            <a:path>
              <a:moveTo>
                <a:pt x="0" y="0"/>
              </a:moveTo>
              <a:lnTo>
                <a:pt x="0" y="2756830"/>
              </a:lnTo>
              <a:lnTo>
                <a:pt x="122525" y="275683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0B3D481-2238-4E1D-A6C4-5BF29D61926C}">
      <dsp:nvSpPr>
        <dsp:cNvPr id="0" name=""/>
        <dsp:cNvSpPr/>
      </dsp:nvSpPr>
      <dsp:spPr>
        <a:xfrm>
          <a:off x="4841227" y="3830325"/>
          <a:ext cx="980206" cy="612628"/>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2534453"/>
              <a:satOff val="-6532"/>
              <a:lumOff val="-4412"/>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 tIns="8890" rIns="13335" bIns="8890" numCol="1" spcCol="1270" anchor="ctr" anchorCtr="0">
          <a:noAutofit/>
        </a:bodyPr>
        <a:lstStyle/>
        <a:p>
          <a:pPr marL="0" lvl="0" indent="0" algn="ctr" defTabSz="311150">
            <a:lnSpc>
              <a:spcPct val="90000"/>
            </a:lnSpc>
            <a:spcBef>
              <a:spcPct val="0"/>
            </a:spcBef>
            <a:spcAft>
              <a:spcPct val="35000"/>
            </a:spcAft>
            <a:buNone/>
          </a:pPr>
          <a:r>
            <a:rPr lang="en-US" sz="700" kern="1200"/>
            <a:t>Programmatic prompts  </a:t>
          </a:r>
        </a:p>
      </dsp:txBody>
      <dsp:txXfrm>
        <a:off x="4859170" y="3848268"/>
        <a:ext cx="944320" cy="576742"/>
      </dsp:txXfrm>
    </dsp:sp>
    <dsp:sp modelId="{27C674B3-4846-44E7-AD53-DAE330E056E7}">
      <dsp:nvSpPr>
        <dsp:cNvPr id="0" name=""/>
        <dsp:cNvSpPr/>
      </dsp:nvSpPr>
      <dsp:spPr>
        <a:xfrm>
          <a:off x="6127747" y="767180"/>
          <a:ext cx="1225257" cy="612628"/>
        </a:xfrm>
        <a:prstGeom prst="roundRect">
          <a:avLst>
            <a:gd name="adj" fmla="val 10000"/>
          </a:avLst>
        </a:prstGeom>
        <a:solidFill>
          <a:schemeClr val="accent5">
            <a:hueOff val="-3862025"/>
            <a:satOff val="-9954"/>
            <a:lumOff val="-672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kern="1200" dirty="0"/>
            <a:t>LLM @ work – Advance use cases(RAG)</a:t>
          </a:r>
        </a:p>
      </dsp:txBody>
      <dsp:txXfrm>
        <a:off x="6145690" y="785123"/>
        <a:ext cx="1189371" cy="576742"/>
      </dsp:txXfrm>
    </dsp:sp>
    <dsp:sp modelId="{9B37C5FB-4906-4C7A-8560-C0CA19D2F4A2}">
      <dsp:nvSpPr>
        <dsp:cNvPr id="0" name=""/>
        <dsp:cNvSpPr/>
      </dsp:nvSpPr>
      <dsp:spPr>
        <a:xfrm>
          <a:off x="6250273" y="1379809"/>
          <a:ext cx="122525" cy="459471"/>
        </a:xfrm>
        <a:custGeom>
          <a:avLst/>
          <a:gdLst/>
          <a:ahLst/>
          <a:cxnLst/>
          <a:rect l="0" t="0" r="0" b="0"/>
          <a:pathLst>
            <a:path>
              <a:moveTo>
                <a:pt x="0" y="0"/>
              </a:moveTo>
              <a:lnTo>
                <a:pt x="0" y="459471"/>
              </a:lnTo>
              <a:lnTo>
                <a:pt x="122525" y="459471"/>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F492FF-34F4-466B-A7FD-540DB8E2EC1D}">
      <dsp:nvSpPr>
        <dsp:cNvPr id="0" name=""/>
        <dsp:cNvSpPr/>
      </dsp:nvSpPr>
      <dsp:spPr>
        <a:xfrm>
          <a:off x="6372799" y="1532966"/>
          <a:ext cx="980206" cy="612628"/>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2956862"/>
              <a:satOff val="-7621"/>
              <a:lumOff val="-5147"/>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 tIns="8890" rIns="13335" bIns="8890" numCol="1" spcCol="1270" anchor="ctr" anchorCtr="0">
          <a:noAutofit/>
        </a:bodyPr>
        <a:lstStyle/>
        <a:p>
          <a:pPr marL="0" lvl="0" indent="0" algn="ctr" defTabSz="311150">
            <a:lnSpc>
              <a:spcPct val="90000"/>
            </a:lnSpc>
            <a:spcBef>
              <a:spcPct val="0"/>
            </a:spcBef>
            <a:spcAft>
              <a:spcPct val="35000"/>
            </a:spcAft>
            <a:buNone/>
          </a:pPr>
          <a:r>
            <a:rPr lang="en-US" sz="700" kern="1200" dirty="0"/>
            <a:t>RAG based (key concepts Vector embedding, Vector similarity) </a:t>
          </a:r>
        </a:p>
      </dsp:txBody>
      <dsp:txXfrm>
        <a:off x="6390742" y="1550909"/>
        <a:ext cx="944320" cy="576742"/>
      </dsp:txXfrm>
    </dsp:sp>
    <dsp:sp modelId="{CCC3B184-E4F8-4F12-80A8-D7B5DCD25209}">
      <dsp:nvSpPr>
        <dsp:cNvPr id="0" name=""/>
        <dsp:cNvSpPr/>
      </dsp:nvSpPr>
      <dsp:spPr>
        <a:xfrm>
          <a:off x="6250273" y="1379809"/>
          <a:ext cx="122525" cy="1225257"/>
        </a:xfrm>
        <a:custGeom>
          <a:avLst/>
          <a:gdLst/>
          <a:ahLst/>
          <a:cxnLst/>
          <a:rect l="0" t="0" r="0" b="0"/>
          <a:pathLst>
            <a:path>
              <a:moveTo>
                <a:pt x="0" y="0"/>
              </a:moveTo>
              <a:lnTo>
                <a:pt x="0" y="1225257"/>
              </a:lnTo>
              <a:lnTo>
                <a:pt x="122525" y="1225257"/>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161385A-BBD4-4C72-AF1E-FB7426C3D036}">
      <dsp:nvSpPr>
        <dsp:cNvPr id="0" name=""/>
        <dsp:cNvSpPr/>
      </dsp:nvSpPr>
      <dsp:spPr>
        <a:xfrm>
          <a:off x="6372799" y="2298752"/>
          <a:ext cx="980206" cy="612628"/>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 tIns="8890" rIns="13335" bIns="8890" numCol="1" spcCol="1270" anchor="ctr" anchorCtr="0">
          <a:noAutofit/>
        </a:bodyPr>
        <a:lstStyle/>
        <a:p>
          <a:pPr marL="0" lvl="0" indent="0" algn="ctr" defTabSz="311150">
            <a:lnSpc>
              <a:spcPct val="90000"/>
            </a:lnSpc>
            <a:spcBef>
              <a:spcPct val="0"/>
            </a:spcBef>
            <a:spcAft>
              <a:spcPct val="35000"/>
            </a:spcAft>
            <a:buNone/>
          </a:pPr>
          <a:r>
            <a:rPr lang="en-US" sz="700" kern="1200"/>
            <a:t>Knowledge Search </a:t>
          </a:r>
          <a:endParaRPr lang="en-US" sz="700" kern="1200" dirty="0"/>
        </a:p>
      </dsp:txBody>
      <dsp:txXfrm>
        <a:off x="6390742" y="2316695"/>
        <a:ext cx="944320" cy="576742"/>
      </dsp:txXfrm>
    </dsp:sp>
    <dsp:sp modelId="{6F980241-F6C4-4510-A02F-292BCD529021}">
      <dsp:nvSpPr>
        <dsp:cNvPr id="0" name=""/>
        <dsp:cNvSpPr/>
      </dsp:nvSpPr>
      <dsp:spPr>
        <a:xfrm>
          <a:off x="6250273" y="1379809"/>
          <a:ext cx="122525" cy="1991043"/>
        </a:xfrm>
        <a:custGeom>
          <a:avLst/>
          <a:gdLst/>
          <a:ahLst/>
          <a:cxnLst/>
          <a:rect l="0" t="0" r="0" b="0"/>
          <a:pathLst>
            <a:path>
              <a:moveTo>
                <a:pt x="0" y="0"/>
              </a:moveTo>
              <a:lnTo>
                <a:pt x="0" y="1991043"/>
              </a:lnTo>
              <a:lnTo>
                <a:pt x="122525" y="19910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435E8A7-BBDD-4DDC-B722-70EE66BE1CC9}">
      <dsp:nvSpPr>
        <dsp:cNvPr id="0" name=""/>
        <dsp:cNvSpPr/>
      </dsp:nvSpPr>
      <dsp:spPr>
        <a:xfrm>
          <a:off x="6372799" y="3064539"/>
          <a:ext cx="980206" cy="612628"/>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3801680"/>
              <a:satOff val="-9798"/>
              <a:lumOff val="-661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 tIns="8890" rIns="13335" bIns="8890" numCol="1" spcCol="1270" anchor="ctr" anchorCtr="0">
          <a:noAutofit/>
        </a:bodyPr>
        <a:lstStyle/>
        <a:p>
          <a:pPr marL="0" lvl="0" indent="0" algn="ctr" defTabSz="311150">
            <a:lnSpc>
              <a:spcPct val="90000"/>
            </a:lnSpc>
            <a:spcBef>
              <a:spcPct val="0"/>
            </a:spcBef>
            <a:spcAft>
              <a:spcPct val="35000"/>
            </a:spcAft>
            <a:buNone/>
          </a:pPr>
          <a:r>
            <a:rPr lang="en-US" sz="700" kern="1200"/>
            <a:t>Knowledge creation</a:t>
          </a:r>
          <a:endParaRPr lang="en-US" sz="700" kern="1200" dirty="0"/>
        </a:p>
      </dsp:txBody>
      <dsp:txXfrm>
        <a:off x="6390742" y="3082482"/>
        <a:ext cx="944320" cy="576742"/>
      </dsp:txXfrm>
    </dsp:sp>
    <dsp:sp modelId="{5639B341-0EAF-47E9-84D7-AEE5335A58B1}">
      <dsp:nvSpPr>
        <dsp:cNvPr id="0" name=""/>
        <dsp:cNvSpPr/>
      </dsp:nvSpPr>
      <dsp:spPr>
        <a:xfrm>
          <a:off x="6250273" y="1379809"/>
          <a:ext cx="122525" cy="2756830"/>
        </a:xfrm>
        <a:custGeom>
          <a:avLst/>
          <a:gdLst/>
          <a:ahLst/>
          <a:cxnLst/>
          <a:rect l="0" t="0" r="0" b="0"/>
          <a:pathLst>
            <a:path>
              <a:moveTo>
                <a:pt x="0" y="0"/>
              </a:moveTo>
              <a:lnTo>
                <a:pt x="0" y="2756830"/>
              </a:lnTo>
              <a:lnTo>
                <a:pt x="122525" y="275683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604F342-14FD-4168-A62E-B765B4C1F2C8}">
      <dsp:nvSpPr>
        <dsp:cNvPr id="0" name=""/>
        <dsp:cNvSpPr/>
      </dsp:nvSpPr>
      <dsp:spPr>
        <a:xfrm>
          <a:off x="6372799" y="3830325"/>
          <a:ext cx="980206" cy="612628"/>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4224089"/>
              <a:satOff val="-10887"/>
              <a:lumOff val="-7353"/>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 tIns="8890" rIns="13335" bIns="8890" numCol="1" spcCol="1270" anchor="ctr" anchorCtr="0">
          <a:noAutofit/>
        </a:bodyPr>
        <a:lstStyle/>
        <a:p>
          <a:pPr marL="0" lvl="0" indent="0" algn="ctr" defTabSz="311150">
            <a:lnSpc>
              <a:spcPct val="90000"/>
            </a:lnSpc>
            <a:spcBef>
              <a:spcPct val="0"/>
            </a:spcBef>
            <a:spcAft>
              <a:spcPct val="35000"/>
            </a:spcAft>
            <a:buNone/>
          </a:pPr>
          <a:r>
            <a:rPr lang="en-US" sz="700" kern="1200" dirty="0"/>
            <a:t>Limitations </a:t>
          </a:r>
        </a:p>
      </dsp:txBody>
      <dsp:txXfrm>
        <a:off x="6390742" y="3848268"/>
        <a:ext cx="944320" cy="576742"/>
      </dsp:txXfrm>
    </dsp:sp>
    <dsp:sp modelId="{EC664407-F880-4887-8544-EBF296142BAF}">
      <dsp:nvSpPr>
        <dsp:cNvPr id="0" name=""/>
        <dsp:cNvSpPr/>
      </dsp:nvSpPr>
      <dsp:spPr>
        <a:xfrm>
          <a:off x="7659319" y="767180"/>
          <a:ext cx="1225257" cy="612628"/>
        </a:xfrm>
        <a:prstGeom prst="roundRect">
          <a:avLst>
            <a:gd name="adj" fmla="val 10000"/>
          </a:avLst>
        </a:prstGeom>
        <a:solidFill>
          <a:schemeClr val="accent5">
            <a:hueOff val="-4827531"/>
            <a:satOff val="-12442"/>
            <a:lumOff val="-84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kern="1200" dirty="0"/>
            <a:t>RAG Vs Fine tuning </a:t>
          </a:r>
        </a:p>
      </dsp:txBody>
      <dsp:txXfrm>
        <a:off x="7677262" y="785123"/>
        <a:ext cx="1189371" cy="576742"/>
      </dsp:txXfrm>
    </dsp:sp>
    <dsp:sp modelId="{FA6C869B-DB1A-42BF-B12E-32691EFF4B38}">
      <dsp:nvSpPr>
        <dsp:cNvPr id="0" name=""/>
        <dsp:cNvSpPr/>
      </dsp:nvSpPr>
      <dsp:spPr>
        <a:xfrm>
          <a:off x="9190892" y="767180"/>
          <a:ext cx="1225257" cy="612628"/>
        </a:xfrm>
        <a:prstGeom prst="roundRect">
          <a:avLst>
            <a:gd name="adj" fmla="val 10000"/>
          </a:avLst>
        </a:prstGeom>
        <a:solidFill>
          <a:schemeClr val="accent5">
            <a:hueOff val="-5793037"/>
            <a:satOff val="-14931"/>
            <a:lumOff val="-1008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kern="1200"/>
            <a:t>Metrics for LLM based Solutions </a:t>
          </a:r>
          <a:endParaRPr lang="en-US" sz="1200" kern="1200" dirty="0"/>
        </a:p>
      </dsp:txBody>
      <dsp:txXfrm>
        <a:off x="9208835" y="785123"/>
        <a:ext cx="1189371" cy="576742"/>
      </dsp:txXfrm>
    </dsp:sp>
    <dsp:sp modelId="{44790A62-A852-48FB-AC1D-375803774DCF}">
      <dsp:nvSpPr>
        <dsp:cNvPr id="0" name=""/>
        <dsp:cNvSpPr/>
      </dsp:nvSpPr>
      <dsp:spPr>
        <a:xfrm>
          <a:off x="9313418" y="1379809"/>
          <a:ext cx="122525" cy="459471"/>
        </a:xfrm>
        <a:custGeom>
          <a:avLst/>
          <a:gdLst/>
          <a:ahLst/>
          <a:cxnLst/>
          <a:rect l="0" t="0" r="0" b="0"/>
          <a:pathLst>
            <a:path>
              <a:moveTo>
                <a:pt x="0" y="0"/>
              </a:moveTo>
              <a:lnTo>
                <a:pt x="0" y="459471"/>
              </a:lnTo>
              <a:lnTo>
                <a:pt x="122525" y="459471"/>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5F717ED-4CAC-4702-A56B-C777DA6D4403}">
      <dsp:nvSpPr>
        <dsp:cNvPr id="0" name=""/>
        <dsp:cNvSpPr/>
      </dsp:nvSpPr>
      <dsp:spPr>
        <a:xfrm>
          <a:off x="9435943" y="1532966"/>
          <a:ext cx="980206" cy="612628"/>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4646498"/>
              <a:satOff val="-11976"/>
              <a:lumOff val="-808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 tIns="8890" rIns="13335" bIns="8890" numCol="1" spcCol="1270" anchor="ctr" anchorCtr="0">
          <a:noAutofit/>
        </a:bodyPr>
        <a:lstStyle/>
        <a:p>
          <a:pPr marL="0" lvl="0" indent="0" algn="ctr" defTabSz="311150">
            <a:lnSpc>
              <a:spcPct val="90000"/>
            </a:lnSpc>
            <a:spcBef>
              <a:spcPct val="0"/>
            </a:spcBef>
            <a:spcAft>
              <a:spcPct val="35000"/>
            </a:spcAft>
            <a:buNone/>
          </a:pPr>
          <a:r>
            <a:rPr lang="en-US" sz="700" kern="1200" dirty="0"/>
            <a:t>Accuracy, Performance</a:t>
          </a:r>
        </a:p>
      </dsp:txBody>
      <dsp:txXfrm>
        <a:off x="9453886" y="1550909"/>
        <a:ext cx="944320" cy="576742"/>
      </dsp:txXfrm>
    </dsp:sp>
    <dsp:sp modelId="{34D3B104-F469-4B0A-B033-9E5BC0EF8ECD}">
      <dsp:nvSpPr>
        <dsp:cNvPr id="0" name=""/>
        <dsp:cNvSpPr/>
      </dsp:nvSpPr>
      <dsp:spPr>
        <a:xfrm>
          <a:off x="10722464" y="767180"/>
          <a:ext cx="1225257" cy="612628"/>
        </a:xfrm>
        <a:prstGeom prst="roundRect">
          <a:avLst>
            <a:gd name="adj" fmla="val 10000"/>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kern="1200"/>
            <a:t>Key Takeaway</a:t>
          </a:r>
          <a:endParaRPr lang="en-US" sz="1200" kern="1200" dirty="0"/>
        </a:p>
      </dsp:txBody>
      <dsp:txXfrm>
        <a:off x="10740407" y="785123"/>
        <a:ext cx="1189371" cy="576742"/>
      </dsp:txXfrm>
    </dsp:sp>
    <dsp:sp modelId="{06C88347-16C4-4CCA-A7A0-4858BFF1DEB8}">
      <dsp:nvSpPr>
        <dsp:cNvPr id="0" name=""/>
        <dsp:cNvSpPr/>
      </dsp:nvSpPr>
      <dsp:spPr>
        <a:xfrm>
          <a:off x="10844990" y="1379809"/>
          <a:ext cx="122525" cy="459471"/>
        </a:xfrm>
        <a:custGeom>
          <a:avLst/>
          <a:gdLst/>
          <a:ahLst/>
          <a:cxnLst/>
          <a:rect l="0" t="0" r="0" b="0"/>
          <a:pathLst>
            <a:path>
              <a:moveTo>
                <a:pt x="0" y="0"/>
              </a:moveTo>
              <a:lnTo>
                <a:pt x="0" y="459471"/>
              </a:lnTo>
              <a:lnTo>
                <a:pt x="122525" y="459471"/>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508BC76-7AF0-48DF-A792-3581291B533C}">
      <dsp:nvSpPr>
        <dsp:cNvPr id="0" name=""/>
        <dsp:cNvSpPr/>
      </dsp:nvSpPr>
      <dsp:spPr>
        <a:xfrm>
          <a:off x="10967516" y="1532966"/>
          <a:ext cx="980206" cy="612628"/>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 tIns="8890" rIns="13335" bIns="8890" numCol="1" spcCol="1270" anchor="ctr" anchorCtr="0">
          <a:noAutofit/>
        </a:bodyPr>
        <a:lstStyle/>
        <a:p>
          <a:pPr marL="0" lvl="0" indent="0" algn="ctr" defTabSz="311150">
            <a:lnSpc>
              <a:spcPct val="90000"/>
            </a:lnSpc>
            <a:spcBef>
              <a:spcPct val="0"/>
            </a:spcBef>
            <a:spcAft>
              <a:spcPct val="35000"/>
            </a:spcAft>
            <a:buNone/>
          </a:pPr>
          <a:r>
            <a:rPr lang="en-US" sz="700" kern="1200" dirty="0"/>
            <a:t>Quantify RAG ROI</a:t>
          </a:r>
        </a:p>
      </dsp:txBody>
      <dsp:txXfrm>
        <a:off x="10985459" y="1550909"/>
        <a:ext cx="944320" cy="576742"/>
      </dsp:txXfrm>
    </dsp:sp>
    <dsp:sp modelId="{07968839-081D-44A6-AEFB-36A33A42957B}">
      <dsp:nvSpPr>
        <dsp:cNvPr id="0" name=""/>
        <dsp:cNvSpPr/>
      </dsp:nvSpPr>
      <dsp:spPr>
        <a:xfrm>
          <a:off x="10844990" y="1379809"/>
          <a:ext cx="122525" cy="1225257"/>
        </a:xfrm>
        <a:custGeom>
          <a:avLst/>
          <a:gdLst/>
          <a:ahLst/>
          <a:cxnLst/>
          <a:rect l="0" t="0" r="0" b="0"/>
          <a:pathLst>
            <a:path>
              <a:moveTo>
                <a:pt x="0" y="0"/>
              </a:moveTo>
              <a:lnTo>
                <a:pt x="0" y="1225257"/>
              </a:lnTo>
              <a:lnTo>
                <a:pt x="122525" y="1225257"/>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C1F3C29-FD48-4B97-87E9-734BD79665CF}">
      <dsp:nvSpPr>
        <dsp:cNvPr id="0" name=""/>
        <dsp:cNvSpPr/>
      </dsp:nvSpPr>
      <dsp:spPr>
        <a:xfrm>
          <a:off x="10967516" y="2298752"/>
          <a:ext cx="980206" cy="612628"/>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5491316"/>
              <a:satOff val="-14153"/>
              <a:lumOff val="-9559"/>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 tIns="8890" rIns="13335" bIns="8890" numCol="1" spcCol="1270" anchor="ctr" anchorCtr="0">
          <a:noAutofit/>
        </a:bodyPr>
        <a:lstStyle/>
        <a:p>
          <a:pPr marL="0" lvl="0" indent="0" algn="ctr" defTabSz="311150">
            <a:lnSpc>
              <a:spcPct val="90000"/>
            </a:lnSpc>
            <a:spcBef>
              <a:spcPct val="0"/>
            </a:spcBef>
            <a:spcAft>
              <a:spcPct val="35000"/>
            </a:spcAft>
            <a:buNone/>
          </a:pPr>
          <a:r>
            <a:rPr lang="en-US" sz="700" kern="1200" dirty="0"/>
            <a:t>Golden Prompt </a:t>
          </a:r>
        </a:p>
      </dsp:txBody>
      <dsp:txXfrm>
        <a:off x="10985459" y="2316695"/>
        <a:ext cx="944320" cy="576742"/>
      </dsp:txXfrm>
    </dsp:sp>
    <dsp:sp modelId="{93BA4F2C-F363-4879-A3EB-EF3B78F095D7}">
      <dsp:nvSpPr>
        <dsp:cNvPr id="0" name=""/>
        <dsp:cNvSpPr/>
      </dsp:nvSpPr>
      <dsp:spPr>
        <a:xfrm>
          <a:off x="10844990" y="1379809"/>
          <a:ext cx="122525" cy="1991043"/>
        </a:xfrm>
        <a:custGeom>
          <a:avLst/>
          <a:gdLst/>
          <a:ahLst/>
          <a:cxnLst/>
          <a:rect l="0" t="0" r="0" b="0"/>
          <a:pathLst>
            <a:path>
              <a:moveTo>
                <a:pt x="0" y="0"/>
              </a:moveTo>
              <a:lnTo>
                <a:pt x="0" y="1991043"/>
              </a:lnTo>
              <a:lnTo>
                <a:pt x="122525" y="19910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FE20635-0E35-4D32-BBDA-300C6E9F5B92}">
      <dsp:nvSpPr>
        <dsp:cNvPr id="0" name=""/>
        <dsp:cNvSpPr/>
      </dsp:nvSpPr>
      <dsp:spPr>
        <a:xfrm>
          <a:off x="10967516" y="3064539"/>
          <a:ext cx="980206" cy="612628"/>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5913725"/>
              <a:satOff val="-15242"/>
              <a:lumOff val="-10294"/>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 tIns="8890" rIns="13335" bIns="8890" numCol="1" spcCol="1270" anchor="ctr" anchorCtr="0">
          <a:noAutofit/>
        </a:bodyPr>
        <a:lstStyle/>
        <a:p>
          <a:pPr marL="0" lvl="0" indent="0" algn="ctr" defTabSz="311150">
            <a:lnSpc>
              <a:spcPct val="90000"/>
            </a:lnSpc>
            <a:spcBef>
              <a:spcPct val="0"/>
            </a:spcBef>
            <a:spcAft>
              <a:spcPct val="35000"/>
            </a:spcAft>
            <a:buNone/>
          </a:pPr>
          <a:r>
            <a:rPr lang="en-US" sz="700" kern="1200"/>
            <a:t>Accelerate Product Delivery</a:t>
          </a:r>
          <a:endParaRPr lang="en-US" sz="700" kern="1200" dirty="0"/>
        </a:p>
      </dsp:txBody>
      <dsp:txXfrm>
        <a:off x="10985459" y="3082482"/>
        <a:ext cx="944320" cy="576742"/>
      </dsp:txXfrm>
    </dsp:sp>
    <dsp:sp modelId="{41E5632C-D040-4D6B-9164-F663BD10D802}">
      <dsp:nvSpPr>
        <dsp:cNvPr id="0" name=""/>
        <dsp:cNvSpPr/>
      </dsp:nvSpPr>
      <dsp:spPr>
        <a:xfrm>
          <a:off x="10844990" y="1379809"/>
          <a:ext cx="122525" cy="2756830"/>
        </a:xfrm>
        <a:custGeom>
          <a:avLst/>
          <a:gdLst/>
          <a:ahLst/>
          <a:cxnLst/>
          <a:rect l="0" t="0" r="0" b="0"/>
          <a:pathLst>
            <a:path>
              <a:moveTo>
                <a:pt x="0" y="0"/>
              </a:moveTo>
              <a:lnTo>
                <a:pt x="0" y="2756830"/>
              </a:lnTo>
              <a:lnTo>
                <a:pt x="122525" y="275683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4EE67B3-1A67-435D-9A2B-5564909D22EF}">
      <dsp:nvSpPr>
        <dsp:cNvPr id="0" name=""/>
        <dsp:cNvSpPr/>
      </dsp:nvSpPr>
      <dsp:spPr>
        <a:xfrm>
          <a:off x="10967516" y="3830325"/>
          <a:ext cx="980206" cy="612628"/>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6336134"/>
              <a:satOff val="-16330"/>
              <a:lumOff val="-1103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 tIns="8890" rIns="13335" bIns="8890" numCol="1" spcCol="1270" anchor="ctr" anchorCtr="0">
          <a:noAutofit/>
        </a:bodyPr>
        <a:lstStyle/>
        <a:p>
          <a:pPr marL="0" lvl="0" indent="0" algn="ctr" defTabSz="311150">
            <a:lnSpc>
              <a:spcPct val="90000"/>
            </a:lnSpc>
            <a:spcBef>
              <a:spcPct val="0"/>
            </a:spcBef>
            <a:spcAft>
              <a:spcPct val="35000"/>
            </a:spcAft>
            <a:buNone/>
          </a:pPr>
          <a:r>
            <a:rPr lang="en-US" sz="700" kern="1200" dirty="0"/>
            <a:t>Agile AI Ownership</a:t>
          </a:r>
        </a:p>
      </dsp:txBody>
      <dsp:txXfrm>
        <a:off x="10985459" y="3848268"/>
        <a:ext cx="944320" cy="576742"/>
      </dsp:txXfrm>
    </dsp:sp>
    <dsp:sp modelId="{3CB3C3DE-E08F-4DE4-9DAB-AD91594D5A6D}">
      <dsp:nvSpPr>
        <dsp:cNvPr id="0" name=""/>
        <dsp:cNvSpPr/>
      </dsp:nvSpPr>
      <dsp:spPr>
        <a:xfrm>
          <a:off x="10844990" y="1379809"/>
          <a:ext cx="122525" cy="3522616"/>
        </a:xfrm>
        <a:custGeom>
          <a:avLst/>
          <a:gdLst/>
          <a:ahLst/>
          <a:cxnLst/>
          <a:rect l="0" t="0" r="0" b="0"/>
          <a:pathLst>
            <a:path>
              <a:moveTo>
                <a:pt x="0" y="0"/>
              </a:moveTo>
              <a:lnTo>
                <a:pt x="0" y="3522616"/>
              </a:lnTo>
              <a:lnTo>
                <a:pt x="122525" y="3522616"/>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7CE3473-467E-4BC7-8D44-B95D79D6A741}">
      <dsp:nvSpPr>
        <dsp:cNvPr id="0" name=""/>
        <dsp:cNvSpPr/>
      </dsp:nvSpPr>
      <dsp:spPr>
        <a:xfrm>
          <a:off x="10967516" y="4596111"/>
          <a:ext cx="980206" cy="612628"/>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 tIns="8890" rIns="13335" bIns="8890" numCol="1" spcCol="1270" anchor="ctr" anchorCtr="0">
          <a:noAutofit/>
        </a:bodyPr>
        <a:lstStyle/>
        <a:p>
          <a:pPr marL="0" lvl="0" indent="0" algn="ctr" defTabSz="311150">
            <a:lnSpc>
              <a:spcPct val="90000"/>
            </a:lnSpc>
            <a:spcBef>
              <a:spcPct val="0"/>
            </a:spcBef>
            <a:spcAft>
              <a:spcPct val="35000"/>
            </a:spcAft>
            <a:buNone/>
          </a:pPr>
          <a:r>
            <a:rPr lang="en-US" sz="700" kern="1200"/>
            <a:t>Shift Human Skillset</a:t>
          </a:r>
          <a:endParaRPr lang="en-US" sz="700" kern="1200" dirty="0"/>
        </a:p>
      </dsp:txBody>
      <dsp:txXfrm>
        <a:off x="10985459" y="4614054"/>
        <a:ext cx="944320" cy="57674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AF207E9-59B6-4BD0-8AD5-449B07564E8D}">
      <dsp:nvSpPr>
        <dsp:cNvPr id="0" name=""/>
        <dsp:cNvSpPr/>
      </dsp:nvSpPr>
      <dsp:spPr>
        <a:xfrm>
          <a:off x="0" y="1808"/>
          <a:ext cx="10515600" cy="916611"/>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5A6830B-EB98-49AA-A863-D647E57972E4}">
      <dsp:nvSpPr>
        <dsp:cNvPr id="0" name=""/>
        <dsp:cNvSpPr/>
      </dsp:nvSpPr>
      <dsp:spPr>
        <a:xfrm>
          <a:off x="277275" y="208046"/>
          <a:ext cx="504136" cy="504136"/>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A0CFB59-4EB9-4DAF-A95D-BDA17B458DAF}">
      <dsp:nvSpPr>
        <dsp:cNvPr id="0" name=""/>
        <dsp:cNvSpPr/>
      </dsp:nvSpPr>
      <dsp:spPr>
        <a:xfrm>
          <a:off x="1058686" y="1808"/>
          <a:ext cx="9456913" cy="9166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008" tIns="97008" rIns="97008" bIns="97008" numCol="1" spcCol="1270" anchor="ctr" anchorCtr="0">
          <a:noAutofit/>
        </a:bodyPr>
        <a:lstStyle/>
        <a:p>
          <a:pPr marL="0" lvl="0" indent="0" algn="l" defTabSz="755650">
            <a:lnSpc>
              <a:spcPct val="90000"/>
            </a:lnSpc>
            <a:spcBef>
              <a:spcPct val="0"/>
            </a:spcBef>
            <a:spcAft>
              <a:spcPct val="35000"/>
            </a:spcAft>
            <a:buNone/>
          </a:pPr>
          <a:r>
            <a:rPr lang="en-US" sz="1700" kern="1200"/>
            <a:t>This session addresses the critical challenge of moving GenAI from a vision to a reliable application within complex product verification processes. </a:t>
          </a:r>
        </a:p>
      </dsp:txBody>
      <dsp:txXfrm>
        <a:off x="1058686" y="1808"/>
        <a:ext cx="9456913" cy="916611"/>
      </dsp:txXfrm>
    </dsp:sp>
    <dsp:sp modelId="{81D1AB51-D3AC-4E9A-93B3-C7C5152B7D7B}">
      <dsp:nvSpPr>
        <dsp:cNvPr id="0" name=""/>
        <dsp:cNvSpPr/>
      </dsp:nvSpPr>
      <dsp:spPr>
        <a:xfrm>
          <a:off x="0" y="1147573"/>
          <a:ext cx="10515600" cy="916611"/>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D5AC15E-DC10-4FBA-9083-7C18214C416C}">
      <dsp:nvSpPr>
        <dsp:cNvPr id="0" name=""/>
        <dsp:cNvSpPr/>
      </dsp:nvSpPr>
      <dsp:spPr>
        <a:xfrm>
          <a:off x="277275" y="1353811"/>
          <a:ext cx="504136" cy="504136"/>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8C24C22-B92B-40B4-9B6A-7BAE758034AD}">
      <dsp:nvSpPr>
        <dsp:cNvPr id="0" name=""/>
        <dsp:cNvSpPr/>
      </dsp:nvSpPr>
      <dsp:spPr>
        <a:xfrm>
          <a:off x="1058686" y="1147573"/>
          <a:ext cx="9456913" cy="9166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008" tIns="97008" rIns="97008" bIns="97008" numCol="1" spcCol="1270" anchor="ctr" anchorCtr="0">
          <a:noAutofit/>
        </a:bodyPr>
        <a:lstStyle/>
        <a:p>
          <a:pPr marL="0" lvl="0" indent="0" algn="l" defTabSz="755650">
            <a:lnSpc>
              <a:spcPct val="90000"/>
            </a:lnSpc>
            <a:spcBef>
              <a:spcPct val="0"/>
            </a:spcBef>
            <a:spcAft>
              <a:spcPct val="35000"/>
            </a:spcAft>
            <a:buNone/>
          </a:pPr>
          <a:r>
            <a:rPr lang="en-US" sz="1700" kern="1200"/>
            <a:t>Will showcase limitations of cloud hosted GenAI solution for enterprises and  how Retrieval-Augmented Generation (RAG) architecture can securely leverage proprietary data (e.g., test reports, specs) to accelerate product validation and adoption with customers. </a:t>
          </a:r>
        </a:p>
      </dsp:txBody>
      <dsp:txXfrm>
        <a:off x="1058686" y="1147573"/>
        <a:ext cx="9456913" cy="916611"/>
      </dsp:txXfrm>
    </dsp:sp>
    <dsp:sp modelId="{D7A86D50-31A4-41B9-92C0-E8024889AFB9}">
      <dsp:nvSpPr>
        <dsp:cNvPr id="0" name=""/>
        <dsp:cNvSpPr/>
      </dsp:nvSpPr>
      <dsp:spPr>
        <a:xfrm>
          <a:off x="0" y="2293338"/>
          <a:ext cx="10515600" cy="916611"/>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D0CC710-2311-4F24-9C01-42DB3340DF48}">
      <dsp:nvSpPr>
        <dsp:cNvPr id="0" name=""/>
        <dsp:cNvSpPr/>
      </dsp:nvSpPr>
      <dsp:spPr>
        <a:xfrm>
          <a:off x="277275" y="2499576"/>
          <a:ext cx="504136" cy="504136"/>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F5804CD-047E-43D5-9317-C67616432366}">
      <dsp:nvSpPr>
        <dsp:cNvPr id="0" name=""/>
        <dsp:cNvSpPr/>
      </dsp:nvSpPr>
      <dsp:spPr>
        <a:xfrm>
          <a:off x="1058686" y="2293338"/>
          <a:ext cx="9456913" cy="9166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008" tIns="97008" rIns="97008" bIns="97008" numCol="1" spcCol="1270" anchor="ctr" anchorCtr="0">
          <a:noAutofit/>
        </a:bodyPr>
        <a:lstStyle/>
        <a:p>
          <a:pPr marL="0" lvl="0" indent="0" algn="l" defTabSz="755650">
            <a:lnSpc>
              <a:spcPct val="90000"/>
            </a:lnSpc>
            <a:spcBef>
              <a:spcPct val="0"/>
            </a:spcBef>
            <a:spcAft>
              <a:spcPct val="35000"/>
            </a:spcAft>
            <a:buNone/>
          </a:pPr>
          <a:r>
            <a:rPr lang="en-US" sz="1700" kern="1200"/>
            <a:t>The focus is on the Human role as a Prompt Engineer, building a repository of Golden Prompts to make GenAI based automation repeatable. </a:t>
          </a:r>
        </a:p>
      </dsp:txBody>
      <dsp:txXfrm>
        <a:off x="1058686" y="2293338"/>
        <a:ext cx="9456913" cy="916611"/>
      </dsp:txXfrm>
    </dsp:sp>
    <dsp:sp modelId="{649CE069-207A-4F6B-B646-2A982AE8AB01}">
      <dsp:nvSpPr>
        <dsp:cNvPr id="0" name=""/>
        <dsp:cNvSpPr/>
      </dsp:nvSpPr>
      <dsp:spPr>
        <a:xfrm>
          <a:off x="0" y="3439103"/>
          <a:ext cx="10515600" cy="916611"/>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0ADA7C2-8C4F-4EAA-96F4-69E2FC7C7C8E}">
      <dsp:nvSpPr>
        <dsp:cNvPr id="0" name=""/>
        <dsp:cNvSpPr/>
      </dsp:nvSpPr>
      <dsp:spPr>
        <a:xfrm>
          <a:off x="277275" y="3645341"/>
          <a:ext cx="504136" cy="504136"/>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F95EFEB-98C6-40A0-B4C3-0F8B4E0B1C7F}">
      <dsp:nvSpPr>
        <dsp:cNvPr id="0" name=""/>
        <dsp:cNvSpPr/>
      </dsp:nvSpPr>
      <dsp:spPr>
        <a:xfrm>
          <a:off x="1058686" y="3439103"/>
          <a:ext cx="9456913" cy="9166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008" tIns="97008" rIns="97008" bIns="97008" numCol="1" spcCol="1270" anchor="ctr" anchorCtr="0">
          <a:noAutofit/>
        </a:bodyPr>
        <a:lstStyle/>
        <a:p>
          <a:pPr marL="0" lvl="0" indent="0" algn="l" defTabSz="755650">
            <a:lnSpc>
              <a:spcPct val="90000"/>
            </a:lnSpc>
            <a:spcBef>
              <a:spcPct val="0"/>
            </a:spcBef>
            <a:spcAft>
              <a:spcPct val="35000"/>
            </a:spcAft>
            <a:buNone/>
          </a:pPr>
          <a:r>
            <a:rPr lang="en-US" sz="1700" kern="1200"/>
            <a:t>Identify few use cases in product development( User Story, test plan) ,delivery and how GenAI can enable operational efficiency and its limitations.</a:t>
          </a:r>
        </a:p>
      </dsp:txBody>
      <dsp:txXfrm>
        <a:off x="1058686" y="3439103"/>
        <a:ext cx="9456913" cy="916611"/>
      </dsp:txXfrm>
    </dsp:sp>
  </dsp:spTree>
</dsp:drawing>
</file>

<file path=ppt/diagrams/layout1.xml><?xml version="1.0" encoding="utf-8"?>
<dgm:layoutDef xmlns:dgm="http://schemas.openxmlformats.org/drawingml/2006/diagram" xmlns:a="http://schemas.openxmlformats.org/drawingml/2006/main" uniqueId="urn:microsoft.com/office/officeart/2016/7/layout/HexagonTimeline">
  <dgm:title val="Hexagon Timeline"/>
  <dgm:desc val="Use to show a list of events in chronological order. An invisible box contains the description while the date is shown in hexagons, except for the first and last node where the date is shown in a home shape. It can display large amount of text with medium length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onstrLst>
      <dgm:constr type="primFontSz" for="des" forName="Parent1" val="20"/>
      <dgm:constr type="primFontSz" for="des" forName="Childtext1" val="20"/>
      <dgm:constr type="primFontSz" for="des" forName="Childtext1" refType="primFontSz" refFor="des" refForName="Parent1" op="lte"/>
      <dgm:constr type="w" for="ch" forName="composite" refType="w"/>
      <dgm:constr type="h" for="ch" forName="composite" refType="h"/>
      <dgm:constr type="w" for="ch" forName="spaceBetweenRectangles" refType="w" fact="0"/>
      <dgm:constr type="h" for="ch" forName="spaceBetweenRectangles" refType="h" fact="0"/>
      <dgm:constr type="primFontSz" for="des" forName="Parent1" op="equ"/>
      <dgm:constr type="primFontSz" for="des" forName="Childtext1" op="equ"/>
    </dgm:constrLst>
    <dgm:forEach name="nodesForEach" axis="ch" ptType="node">
      <dgm:layoutNode name="composite">
        <dgm:alg type="composite"/>
        <dgm:shape xmlns:r="http://schemas.openxmlformats.org/officeDocument/2006/relationships" r:blip="">
          <dgm:adjLst/>
        </dgm:shape>
        <dgm:choose name="casesForSnakingLogic">
          <dgm:if name="Name7" axis="self" ptType="node" func="posOdd" op="equ" val="1">
            <dgm:constrLst>
              <dgm:constr type="w" for="ch" forName="Parent1" refType="w" fact="0.72"/>
              <dgm:constr type="ctrY" for="ch" forName="Parent1" refType="h" fact="0.5"/>
              <dgm:constr type="h" for="ch" forName="Parent1" refType="h" fact="0.12"/>
              <dgm:constr type="l" for="ch" forName="Parent1" refType="w" fact="0.14"/>
              <dgm:constr type="w" for="ch" forName="Childtext1" refType="w"/>
              <dgm:constr type="h" for="ch" forName="Childtext1" refType="h" fact="0.32"/>
              <dgm:constr type="t" for="ch" forName="Childtext1" refType="h" fact="0"/>
              <dgm:constr type="w" for="ch" forName="ConnectLine"/>
              <dgm:constr type="h" for="ch" forName="ConnectLine" refType="h" fact="0.1"/>
              <dgm:constr type="b" for="ch" forName="ConnectLine" refType="t" refFor="ch" refForName="Parent1"/>
              <dgm:constr type="ctrX" for="ch" forName="ConnectLine" refType="w" fact="0.5"/>
              <dgm:constr type="w" for="ch" forName="ConnectLineEnd" refType="h" fact="0.02"/>
              <dgm:constr type="h" for="ch" forName="ConnectLineEnd" refType="h" fact="0.02"/>
              <dgm:constr type="b" for="ch" forName="ConnectLineEnd" refType="t" refFor="ch" refForName="ConnectLine"/>
              <dgm:constr type="ctrX" for="ch" forName="ConnectLineEnd" refType="ctrX" refFor="ch" refForName="ConnectLine"/>
              <dgm:constr type="w" for="ch" forName="EmptyPane" refType="w"/>
              <dgm:constr type="b" for="ch" forName="EmptyPane" refType="h"/>
              <dgm:constr type="h" for="ch" forName="EmptyPane" refType="h" fact="0.44"/>
            </dgm:constrLst>
          </dgm:if>
          <dgm:else name="Name8">
            <dgm:constrLst>
              <dgm:constr type="w" for="ch" forName="Parent1" refType="w" fact="0.72"/>
              <dgm:constr type="ctrY" for="ch" forName="Parent1" refType="h" fact="0.5"/>
              <dgm:constr type="h" for="ch" forName="Parent1" refType="h" fact="0.12"/>
              <dgm:constr type="l" for="ch" forName="Parent1" refType="w" fact="0.14"/>
              <dgm:constr type="w" for="ch" forName="Childtext1" refType="w"/>
              <dgm:constr type="h" for="ch" forName="Childtext1" refType="h" fact="0.32"/>
              <dgm:constr type="b" for="ch" forName="Childtext1" refType="h"/>
              <dgm:constr type="w" for="ch" forName="ConnectLine"/>
              <dgm:constr type="h" for="ch" forName="ConnectLine" refType="h" fact="0.1"/>
              <dgm:constr type="t" for="ch" forName="ConnectLine" refType="b" refFor="ch" refForName="Parent1"/>
              <dgm:constr type="ctrX" for="ch" forName="ConnectLine" refType="w" fact="0.5"/>
              <dgm:constr type="w" for="ch" forName="ConnectLineEnd" refType="h" fact="0.02"/>
              <dgm:constr type="h" for="ch" forName="ConnectLineEnd" refType="h" fact="0.02"/>
              <dgm:constr type="t" for="ch" forName="ConnectLineEnd" refType="b" refFor="ch" refForName="ConnectLine"/>
              <dgm:constr type="ctrX" for="ch" forName="ConnectLineEnd" refType="ctrX" refFor="ch" refForName="ConnectLine"/>
              <dgm:constr type="w" for="ch" forName="EmptyPane" refType="w"/>
              <dgm:constr type="h" for="ch" forName="EmptyPane" refType="h" fact="0.44"/>
            </dgm:constrLst>
          </dgm:else>
        </dgm:choose>
        <dgm:layoutNode name="Parent1" styleLbl="alignNode1">
          <dgm:varLst>
            <dgm:chMax val="1"/>
            <dgm:chPref val="1"/>
            <dgm:bulletEnabled val="1"/>
          </dgm:varLst>
          <dgm:alg type="tx"/>
          <dgm:choose name="casesForFirstAndLastNode">
            <dgm:if name="startNode" axis="self" ptType="node" func="pos" op="equ" val="1">
              <dgm:choose name="removeLineWhenOnlyOneNode">
                <dgm:if name="ifOnlyOneNode" axis="followSib" ptType="node" func="cnt" op="equ" val="0">
                  <dgm:shape xmlns:r="http://schemas.openxmlformats.org/officeDocument/2006/relationships" type="rect" r:blip="">
                    <dgm:adjLst/>
                  </dgm:shape>
                </dgm:if>
                <dgm:else name="ifMoreThanOneNode">
                  <dgm:choose name="Name18">
                    <dgm:if name="Name19" func="var" arg="dir" op="equ" val="norm">
                      <dgm:shape xmlns:r="http://schemas.openxmlformats.org/officeDocument/2006/relationships" type="homePlate" r:blip="">
                        <dgm:adjLst>
                          <dgm:adj idx="1" val="0.4"/>
                        </dgm:adjLst>
                      </dgm:shape>
                    </dgm:if>
                    <dgm:else name="Name20">
                      <dgm:shape xmlns:r="http://schemas.openxmlformats.org/officeDocument/2006/relationships" rot="180" type="homePlate" r:blip="">
                        <dgm:adjLst>
                          <dgm:adj idx="1" val="0.4"/>
                        </dgm:adjLst>
                      </dgm:shape>
                    </dgm:else>
                  </dgm:choose>
                </dgm:else>
              </dgm:choose>
            </dgm:if>
            <dgm:else name="notStartNode">
              <dgm:choose name="Name22">
                <dgm:if name="Name23" axis="self" ptType="node" func="revPos" op="equ" val="1">
                  <dgm:choose name="Name24">
                    <dgm:if name="Name25" func="var" arg="dir" op="equ" val="norm">
                      <dgm:shape xmlns:r="http://schemas.openxmlformats.org/officeDocument/2006/relationships" rot="180" type="homePlate" r:blip="">
                        <dgm:adjLst>
                          <dgm:adj idx="1" val="0.4"/>
                        </dgm:adjLst>
                      </dgm:shape>
                    </dgm:if>
                    <dgm:else name="Name26">
                      <dgm:shape xmlns:r="http://schemas.openxmlformats.org/officeDocument/2006/relationships" type="homePlate" r:blip="">
                        <dgm:adjLst>
                          <dgm:adj idx="1" val="0.4"/>
                        </dgm:adjLst>
                      </dgm:shape>
                    </dgm:else>
                  </dgm:choose>
                </dgm:if>
                <dgm:else name="Name27">
                  <dgm:shape xmlns:r="http://schemas.openxmlformats.org/officeDocument/2006/relationships" type="hexagon" r:blip="">
                    <dgm:adjLst>
                      <dgm:adj idx="1" val="0.4"/>
                    </dgm:adjLst>
                  </dgm:shape>
                </dgm:else>
              </dgm:choose>
            </dgm:else>
          </dgm:choose>
          <dgm:presOf axis="self" ptType="node"/>
          <dgm:constrLst>
            <dgm:constr type="lMarg" refType="primFontSz" fact="0.6"/>
            <dgm:constr type="rMarg" refType="primFontSz" fact="0.6"/>
            <dgm:constr type="tMarg" refType="primFontSz" fact="0.6"/>
            <dgm:constr type="bMarg" refType="primFontSz" fact="0.6"/>
          </dgm:constrLst>
          <dgm:ruleLst>
            <dgm:rule type="primFontSz" val="11" fact="NaN" max="NaN"/>
          </dgm:ruleLst>
        </dgm:layoutNode>
        <dgm:layoutNode name="Childtext1" styleLbl="revTx" moveWith="Parent1">
          <dgm:varLst>
            <dgm:chMax val="0"/>
            <dgm:chPref val="0"/>
            <dgm:bulletEnabled/>
          </dgm:varLst>
          <dgm:choose name="casesForTxtDirLogic1">
            <dgm:if name="Name77" axis="self" ptType="node" func="posOdd" op="equ" val="1">
              <dgm:alg type="tx">
                <dgm:param type="txAnchorVert" val="b"/>
                <dgm:param type="txAnchorHorz" val="ctr"/>
                <dgm:param type="parTxRTLAlign" val="ctr"/>
                <dgm:param type="parTxLTRAlign" val="ctr"/>
              </dgm:alg>
            </dgm:if>
            <dgm:else name="Name88">
              <dgm:alg type="tx">
                <dgm:param type="txAnchorVert" val="t"/>
                <dgm:param type="txAnchorHorz" val="ctr"/>
                <dgm:param type="parTxRTLAlign" val="ctr"/>
                <dgm:param type="parTxLTRAlign" val="ctr"/>
              </dgm:alg>
            </dgm:else>
          </dgm:choose>
          <dgm:shape xmlns:r="http://schemas.openxmlformats.org/officeDocument/2006/relationships" type="rect" r:blip="">
            <dgm:adjLst/>
          </dgm:shape>
          <dgm:constrLst>
            <dgm:constr type="lMarg"/>
            <dgm:constr type="rMarg"/>
            <dgm:constr type="tMarg" refType="primFontSz" fact="0.7"/>
            <dgm:constr type="bMarg" refType="primFontSz" fact="0.7"/>
          </dgm:constrLst>
          <dgm:presOf axis="ch" ptType="node"/>
          <dgm:ruleLst>
            <dgm:rule type="primFontSz" val="11" fact="NaN" max="NaN"/>
          </dgm:ruleLst>
        </dgm:layoutNode>
        <dgm:layoutNode name="ConnectLine" styleLbl="sibTrans1D1" moveWith="Parent1">
          <dgm:alg type="sp"/>
          <dgm:shape xmlns:r="http://schemas.openxmlformats.org/officeDocument/2006/relationships" type="line" r:blip="">
            <dgm:adjLst/>
            <dgm:extLst>
              <a:ext uri="{B698B0E9-8C71-41B9-8309-B3DCBF30829C}">
                <dgm1612:spPr xmlns:dgm1612="http://schemas.microsoft.com/office/drawing/2016/12/diagram">
                  <a:ln w="12700">
                    <a:prstDash val="dash"/>
                  </a:ln>
                </dgm1612:spPr>
              </a:ext>
            </dgm:extLst>
          </dgm:shape>
          <dgm:presOf/>
          <dgm:constrLst/>
        </dgm:layoutNode>
        <dgm:layoutNode name="ConnectLineEnd" styleLbl="node1" moveWith="Parent1">
          <dgm:alg type="sp"/>
          <dgm:shape xmlns:r="http://schemas.openxmlformats.org/officeDocument/2006/relationships" type="rect" r:blip="">
            <dgm:adjLst/>
          </dgm:shape>
          <dgm:presOf/>
          <dgm:constrLst/>
        </dgm:layoutNode>
        <dgm:layoutNode name="EmptyPane" moveWith="Parent1">
          <dgm:alg type="sp"/>
          <dgm:shape xmlns:r="http://schemas.openxmlformats.org/officeDocument/2006/relationships" r:blip="">
            <dgm:adjLst/>
          </dgm:shape>
          <dgm:presOf/>
          <dgm:constrLst/>
        </dgm:layoutNode>
      </dgm:layoutNode>
      <dgm:forEach name="Name28" axis="followSib" ptType="sibTrans" cnt="1">
        <dgm:layoutNode name="spaceBetweenRectangles" styleLbl="fgAcc1">
          <dgm:alg type="conn">
            <dgm:param type="dim" val="1D"/>
            <dgm:param type="srcNode" val="Parent1"/>
            <dgm:param type="dstNode" val="Parent1"/>
            <dgm:param type="begPts" val="midR"/>
            <dgm:param type="endPts" val="midL"/>
            <dgm:param type="endSty" val="noArr"/>
          </dgm:alg>
          <dgm:shape xmlns:r="http://schemas.openxmlformats.org/officeDocument/2006/relationships" type="conn" r:blip="" zOrderOff="-2">
            <dgm:adjLst/>
          </dgm:shape>
          <dgm:presOf/>
          <dgm:constrLst>
            <dgm:constr type="connDist"/>
            <dgm:constr type="begPad"/>
            <dgm:constr type="endPad"/>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7DC06-879D-4E37-8D04-5769144C92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962FA01-07D3-47FC-BEAC-8F0001F68F2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C93739B-9BD1-48F0-84FE-E791277093FD}"/>
              </a:ext>
            </a:extLst>
          </p:cNvPr>
          <p:cNvSpPr>
            <a:spLocks noGrp="1"/>
          </p:cNvSpPr>
          <p:nvPr>
            <p:ph type="dt" sz="half" idx="10"/>
          </p:nvPr>
        </p:nvSpPr>
        <p:spPr/>
        <p:txBody>
          <a:bodyPr/>
          <a:lstStyle/>
          <a:p>
            <a:fld id="{2065F0E9-6A60-41BC-BBD4-0065B26BC60E}" type="datetimeFigureOut">
              <a:rPr lang="en-US" smtClean="0"/>
              <a:t>1/5/2026</a:t>
            </a:fld>
            <a:endParaRPr lang="en-US"/>
          </a:p>
        </p:txBody>
      </p:sp>
      <p:sp>
        <p:nvSpPr>
          <p:cNvPr id="5" name="Footer Placeholder 4">
            <a:extLst>
              <a:ext uri="{FF2B5EF4-FFF2-40B4-BE49-F238E27FC236}">
                <a16:creationId xmlns:a16="http://schemas.microsoft.com/office/drawing/2014/main" id="{6804BC51-3841-4691-BE85-2ACCBAE3DF2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E12633-9031-486A-9EEA-13A587D3FEA3}"/>
              </a:ext>
            </a:extLst>
          </p:cNvPr>
          <p:cNvSpPr>
            <a:spLocks noGrp="1"/>
          </p:cNvSpPr>
          <p:nvPr>
            <p:ph type="sldNum" sz="quarter" idx="12"/>
          </p:nvPr>
        </p:nvSpPr>
        <p:spPr/>
        <p:txBody>
          <a:bodyPr/>
          <a:lstStyle/>
          <a:p>
            <a:fld id="{922FD97A-C06D-45F2-A421-E45D6B1D170F}" type="slidenum">
              <a:rPr lang="en-US" smtClean="0"/>
              <a:t>‹#›</a:t>
            </a:fld>
            <a:endParaRPr lang="en-US"/>
          </a:p>
        </p:txBody>
      </p:sp>
    </p:spTree>
    <p:extLst>
      <p:ext uri="{BB962C8B-B14F-4D97-AF65-F5344CB8AC3E}">
        <p14:creationId xmlns:p14="http://schemas.microsoft.com/office/powerpoint/2010/main" val="459475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504215-4C7E-45C2-9855-3F0D42120C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F6DF5F-96A2-4F57-AD9A-A59FDA4B396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11E1685-A5D5-432F-9D2C-7451AD9C052E}"/>
              </a:ext>
            </a:extLst>
          </p:cNvPr>
          <p:cNvSpPr>
            <a:spLocks noGrp="1"/>
          </p:cNvSpPr>
          <p:nvPr>
            <p:ph type="dt" sz="half" idx="10"/>
          </p:nvPr>
        </p:nvSpPr>
        <p:spPr/>
        <p:txBody>
          <a:bodyPr/>
          <a:lstStyle/>
          <a:p>
            <a:fld id="{2065F0E9-6A60-41BC-BBD4-0065B26BC60E}" type="datetimeFigureOut">
              <a:rPr lang="en-US" smtClean="0"/>
              <a:t>1/5/2026</a:t>
            </a:fld>
            <a:endParaRPr lang="en-US"/>
          </a:p>
        </p:txBody>
      </p:sp>
      <p:sp>
        <p:nvSpPr>
          <p:cNvPr id="5" name="Footer Placeholder 4">
            <a:extLst>
              <a:ext uri="{FF2B5EF4-FFF2-40B4-BE49-F238E27FC236}">
                <a16:creationId xmlns:a16="http://schemas.microsoft.com/office/drawing/2014/main" id="{4DAE68CA-B48D-4B73-BC88-26DE719002B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B50B7D2-6388-4FB7-B9F6-46B4AE94B2C0}"/>
              </a:ext>
            </a:extLst>
          </p:cNvPr>
          <p:cNvSpPr>
            <a:spLocks noGrp="1"/>
          </p:cNvSpPr>
          <p:nvPr>
            <p:ph type="sldNum" sz="quarter" idx="12"/>
          </p:nvPr>
        </p:nvSpPr>
        <p:spPr/>
        <p:txBody>
          <a:bodyPr/>
          <a:lstStyle/>
          <a:p>
            <a:fld id="{922FD97A-C06D-45F2-A421-E45D6B1D170F}" type="slidenum">
              <a:rPr lang="en-US" smtClean="0"/>
              <a:t>‹#›</a:t>
            </a:fld>
            <a:endParaRPr lang="en-US"/>
          </a:p>
        </p:txBody>
      </p:sp>
    </p:spTree>
    <p:extLst>
      <p:ext uri="{BB962C8B-B14F-4D97-AF65-F5344CB8AC3E}">
        <p14:creationId xmlns:p14="http://schemas.microsoft.com/office/powerpoint/2010/main" val="2596323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8F27F9-6713-4225-B49A-FCFA488BBEC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DEB5FF0-3EA4-4651-971F-5B75BA04B9E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0A6B77-0773-480D-9F7A-A5E475AE05B3}"/>
              </a:ext>
            </a:extLst>
          </p:cNvPr>
          <p:cNvSpPr>
            <a:spLocks noGrp="1"/>
          </p:cNvSpPr>
          <p:nvPr>
            <p:ph type="dt" sz="half" idx="10"/>
          </p:nvPr>
        </p:nvSpPr>
        <p:spPr/>
        <p:txBody>
          <a:bodyPr/>
          <a:lstStyle/>
          <a:p>
            <a:fld id="{2065F0E9-6A60-41BC-BBD4-0065B26BC60E}" type="datetimeFigureOut">
              <a:rPr lang="en-US" smtClean="0"/>
              <a:t>1/5/2026</a:t>
            </a:fld>
            <a:endParaRPr lang="en-US"/>
          </a:p>
        </p:txBody>
      </p:sp>
      <p:sp>
        <p:nvSpPr>
          <p:cNvPr id="5" name="Footer Placeholder 4">
            <a:extLst>
              <a:ext uri="{FF2B5EF4-FFF2-40B4-BE49-F238E27FC236}">
                <a16:creationId xmlns:a16="http://schemas.microsoft.com/office/drawing/2014/main" id="{C60D89F8-F7F1-42C2-845B-1FDC4BC62D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40F351-630B-4615-A78D-2152C00867B3}"/>
              </a:ext>
            </a:extLst>
          </p:cNvPr>
          <p:cNvSpPr>
            <a:spLocks noGrp="1"/>
          </p:cNvSpPr>
          <p:nvPr>
            <p:ph type="sldNum" sz="quarter" idx="12"/>
          </p:nvPr>
        </p:nvSpPr>
        <p:spPr/>
        <p:txBody>
          <a:bodyPr/>
          <a:lstStyle/>
          <a:p>
            <a:fld id="{922FD97A-C06D-45F2-A421-E45D6B1D170F}" type="slidenum">
              <a:rPr lang="en-US" smtClean="0"/>
              <a:t>‹#›</a:t>
            </a:fld>
            <a:endParaRPr lang="en-US"/>
          </a:p>
        </p:txBody>
      </p:sp>
    </p:spTree>
    <p:extLst>
      <p:ext uri="{BB962C8B-B14F-4D97-AF65-F5344CB8AC3E}">
        <p14:creationId xmlns:p14="http://schemas.microsoft.com/office/powerpoint/2010/main" val="28975761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A263E-715D-4766-9E10-7CA8E5657AE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047498-37D3-4AD0-90E7-6CD5AE26DEA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C9C708A-4EC5-47CC-B2F1-5F2A16D905D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D6B07BC-B9F6-4998-9CBE-3D243A76662E}"/>
              </a:ext>
            </a:extLst>
          </p:cNvPr>
          <p:cNvSpPr>
            <a:spLocks noGrp="1"/>
          </p:cNvSpPr>
          <p:nvPr>
            <p:ph type="dt" sz="half" idx="10"/>
          </p:nvPr>
        </p:nvSpPr>
        <p:spPr/>
        <p:txBody>
          <a:bodyPr/>
          <a:lstStyle/>
          <a:p>
            <a:fld id="{2065F0E9-6A60-41BC-BBD4-0065B26BC60E}" type="datetimeFigureOut">
              <a:rPr lang="en-US" smtClean="0"/>
              <a:t>1/5/2026</a:t>
            </a:fld>
            <a:endParaRPr lang="en-US"/>
          </a:p>
        </p:txBody>
      </p:sp>
      <p:sp>
        <p:nvSpPr>
          <p:cNvPr id="6" name="Footer Placeholder 5">
            <a:extLst>
              <a:ext uri="{FF2B5EF4-FFF2-40B4-BE49-F238E27FC236}">
                <a16:creationId xmlns:a16="http://schemas.microsoft.com/office/drawing/2014/main" id="{1D06E501-1162-4CF5-8004-B49387DA8B5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573CE5-9B1D-4429-B6E6-AAFCBDFF58DB}"/>
              </a:ext>
            </a:extLst>
          </p:cNvPr>
          <p:cNvSpPr>
            <a:spLocks noGrp="1"/>
          </p:cNvSpPr>
          <p:nvPr>
            <p:ph type="sldNum" sz="quarter" idx="12"/>
          </p:nvPr>
        </p:nvSpPr>
        <p:spPr/>
        <p:txBody>
          <a:bodyPr/>
          <a:lstStyle/>
          <a:p>
            <a:fld id="{922FD97A-C06D-45F2-A421-E45D6B1D170F}" type="slidenum">
              <a:rPr lang="en-US" smtClean="0"/>
              <a:t>‹#›</a:t>
            </a:fld>
            <a:endParaRPr lang="en-US"/>
          </a:p>
        </p:txBody>
      </p:sp>
    </p:spTree>
    <p:extLst>
      <p:ext uri="{BB962C8B-B14F-4D97-AF65-F5344CB8AC3E}">
        <p14:creationId xmlns:p14="http://schemas.microsoft.com/office/powerpoint/2010/main" val="29696975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2BCA68-D7C8-418F-9414-D8A340D7750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D9864C7-2E8A-48CB-A274-C082B7E15A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FCFE4FE-4168-429D-A4E7-C2994ED4F38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B246DE5-4A0B-4CA8-A598-637E1D2CA84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904E899-F310-46BC-A65E-5B8A05DCCE0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5A80CB6-B519-4852-BD10-B32E473E3192}"/>
              </a:ext>
            </a:extLst>
          </p:cNvPr>
          <p:cNvSpPr>
            <a:spLocks noGrp="1"/>
          </p:cNvSpPr>
          <p:nvPr>
            <p:ph type="dt" sz="half" idx="10"/>
          </p:nvPr>
        </p:nvSpPr>
        <p:spPr/>
        <p:txBody>
          <a:bodyPr/>
          <a:lstStyle/>
          <a:p>
            <a:fld id="{2065F0E9-6A60-41BC-BBD4-0065B26BC60E}" type="datetimeFigureOut">
              <a:rPr lang="en-US" smtClean="0"/>
              <a:t>1/5/2026</a:t>
            </a:fld>
            <a:endParaRPr lang="en-US"/>
          </a:p>
        </p:txBody>
      </p:sp>
      <p:sp>
        <p:nvSpPr>
          <p:cNvPr id="8" name="Footer Placeholder 7">
            <a:extLst>
              <a:ext uri="{FF2B5EF4-FFF2-40B4-BE49-F238E27FC236}">
                <a16:creationId xmlns:a16="http://schemas.microsoft.com/office/drawing/2014/main" id="{E5481154-F9C5-4AE1-A6AC-00B6CA4E1AA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0BC4AE4-9774-4D6D-A611-A8576A852E3A}"/>
              </a:ext>
            </a:extLst>
          </p:cNvPr>
          <p:cNvSpPr>
            <a:spLocks noGrp="1"/>
          </p:cNvSpPr>
          <p:nvPr>
            <p:ph type="sldNum" sz="quarter" idx="12"/>
          </p:nvPr>
        </p:nvSpPr>
        <p:spPr/>
        <p:txBody>
          <a:bodyPr/>
          <a:lstStyle/>
          <a:p>
            <a:fld id="{922FD97A-C06D-45F2-A421-E45D6B1D170F}" type="slidenum">
              <a:rPr lang="en-US" smtClean="0"/>
              <a:t>‹#›</a:t>
            </a:fld>
            <a:endParaRPr lang="en-US"/>
          </a:p>
        </p:txBody>
      </p:sp>
    </p:spTree>
    <p:extLst>
      <p:ext uri="{BB962C8B-B14F-4D97-AF65-F5344CB8AC3E}">
        <p14:creationId xmlns:p14="http://schemas.microsoft.com/office/powerpoint/2010/main" val="23886257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7FE73-EB2D-404D-BF60-8FF3C0CC269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0D15E70-EB04-4F67-B44C-411BE7253C3E}"/>
              </a:ext>
            </a:extLst>
          </p:cNvPr>
          <p:cNvSpPr>
            <a:spLocks noGrp="1"/>
          </p:cNvSpPr>
          <p:nvPr>
            <p:ph type="dt" sz="half" idx="10"/>
          </p:nvPr>
        </p:nvSpPr>
        <p:spPr/>
        <p:txBody>
          <a:bodyPr/>
          <a:lstStyle/>
          <a:p>
            <a:fld id="{2065F0E9-6A60-41BC-BBD4-0065B26BC60E}" type="datetimeFigureOut">
              <a:rPr lang="en-US" smtClean="0"/>
              <a:t>1/5/2026</a:t>
            </a:fld>
            <a:endParaRPr lang="en-US"/>
          </a:p>
        </p:txBody>
      </p:sp>
      <p:sp>
        <p:nvSpPr>
          <p:cNvPr id="4" name="Footer Placeholder 3">
            <a:extLst>
              <a:ext uri="{FF2B5EF4-FFF2-40B4-BE49-F238E27FC236}">
                <a16:creationId xmlns:a16="http://schemas.microsoft.com/office/drawing/2014/main" id="{7DCF8975-86FB-4DFF-B432-2F80C9211D0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EFE6683-E83F-4456-97FC-388E90E4BA2B}"/>
              </a:ext>
            </a:extLst>
          </p:cNvPr>
          <p:cNvSpPr>
            <a:spLocks noGrp="1"/>
          </p:cNvSpPr>
          <p:nvPr>
            <p:ph type="sldNum" sz="quarter" idx="12"/>
          </p:nvPr>
        </p:nvSpPr>
        <p:spPr/>
        <p:txBody>
          <a:bodyPr/>
          <a:lstStyle/>
          <a:p>
            <a:fld id="{922FD97A-C06D-45F2-A421-E45D6B1D170F}" type="slidenum">
              <a:rPr lang="en-US" smtClean="0"/>
              <a:t>‹#›</a:t>
            </a:fld>
            <a:endParaRPr lang="en-US"/>
          </a:p>
        </p:txBody>
      </p:sp>
    </p:spTree>
    <p:extLst>
      <p:ext uri="{BB962C8B-B14F-4D97-AF65-F5344CB8AC3E}">
        <p14:creationId xmlns:p14="http://schemas.microsoft.com/office/powerpoint/2010/main" val="9927244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BE23A9B-0595-490C-840E-8ACAAA1C5D69}"/>
              </a:ext>
            </a:extLst>
          </p:cNvPr>
          <p:cNvSpPr>
            <a:spLocks noGrp="1"/>
          </p:cNvSpPr>
          <p:nvPr>
            <p:ph type="dt" sz="half" idx="10"/>
          </p:nvPr>
        </p:nvSpPr>
        <p:spPr/>
        <p:txBody>
          <a:bodyPr/>
          <a:lstStyle/>
          <a:p>
            <a:fld id="{2065F0E9-6A60-41BC-BBD4-0065B26BC60E}" type="datetimeFigureOut">
              <a:rPr lang="en-US" smtClean="0"/>
              <a:t>1/5/2026</a:t>
            </a:fld>
            <a:endParaRPr lang="en-US"/>
          </a:p>
        </p:txBody>
      </p:sp>
      <p:sp>
        <p:nvSpPr>
          <p:cNvPr id="3" name="Footer Placeholder 2">
            <a:extLst>
              <a:ext uri="{FF2B5EF4-FFF2-40B4-BE49-F238E27FC236}">
                <a16:creationId xmlns:a16="http://schemas.microsoft.com/office/drawing/2014/main" id="{436A8876-F2F7-4CAE-945B-853A663C1AB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DA12EE5-3DCE-4151-A7B1-7ED9D21ABAA9}"/>
              </a:ext>
            </a:extLst>
          </p:cNvPr>
          <p:cNvSpPr>
            <a:spLocks noGrp="1"/>
          </p:cNvSpPr>
          <p:nvPr>
            <p:ph type="sldNum" sz="quarter" idx="12"/>
          </p:nvPr>
        </p:nvSpPr>
        <p:spPr/>
        <p:txBody>
          <a:bodyPr/>
          <a:lstStyle/>
          <a:p>
            <a:fld id="{922FD97A-C06D-45F2-A421-E45D6B1D170F}" type="slidenum">
              <a:rPr lang="en-US" smtClean="0"/>
              <a:t>‹#›</a:t>
            </a:fld>
            <a:endParaRPr lang="en-US"/>
          </a:p>
        </p:txBody>
      </p:sp>
    </p:spTree>
    <p:extLst>
      <p:ext uri="{BB962C8B-B14F-4D97-AF65-F5344CB8AC3E}">
        <p14:creationId xmlns:p14="http://schemas.microsoft.com/office/powerpoint/2010/main" val="22134329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C235BE-175A-41F9-975C-0AB0C215184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0D54A3B-E900-4D20-8E82-FBB98B4292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6061F06-3BA3-4017-985C-D6C42B61C9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3EF02-E5C9-4BCC-9CCA-DF4616B62A3F}"/>
              </a:ext>
            </a:extLst>
          </p:cNvPr>
          <p:cNvSpPr>
            <a:spLocks noGrp="1"/>
          </p:cNvSpPr>
          <p:nvPr>
            <p:ph type="dt" sz="half" idx="10"/>
          </p:nvPr>
        </p:nvSpPr>
        <p:spPr/>
        <p:txBody>
          <a:bodyPr/>
          <a:lstStyle/>
          <a:p>
            <a:fld id="{2065F0E9-6A60-41BC-BBD4-0065B26BC60E}" type="datetimeFigureOut">
              <a:rPr lang="en-US" smtClean="0"/>
              <a:t>1/5/2026</a:t>
            </a:fld>
            <a:endParaRPr lang="en-US"/>
          </a:p>
        </p:txBody>
      </p:sp>
      <p:sp>
        <p:nvSpPr>
          <p:cNvPr id="6" name="Footer Placeholder 5">
            <a:extLst>
              <a:ext uri="{FF2B5EF4-FFF2-40B4-BE49-F238E27FC236}">
                <a16:creationId xmlns:a16="http://schemas.microsoft.com/office/drawing/2014/main" id="{021380AA-30CA-4958-BA9C-15498A83CE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102D8D-2E35-4628-83B8-E82A2008C1AC}"/>
              </a:ext>
            </a:extLst>
          </p:cNvPr>
          <p:cNvSpPr>
            <a:spLocks noGrp="1"/>
          </p:cNvSpPr>
          <p:nvPr>
            <p:ph type="sldNum" sz="quarter" idx="12"/>
          </p:nvPr>
        </p:nvSpPr>
        <p:spPr/>
        <p:txBody>
          <a:bodyPr/>
          <a:lstStyle/>
          <a:p>
            <a:fld id="{922FD97A-C06D-45F2-A421-E45D6B1D170F}" type="slidenum">
              <a:rPr lang="en-US" smtClean="0"/>
              <a:t>‹#›</a:t>
            </a:fld>
            <a:endParaRPr lang="en-US"/>
          </a:p>
        </p:txBody>
      </p:sp>
    </p:spTree>
    <p:extLst>
      <p:ext uri="{BB962C8B-B14F-4D97-AF65-F5344CB8AC3E}">
        <p14:creationId xmlns:p14="http://schemas.microsoft.com/office/powerpoint/2010/main" val="34257112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93DB7-B809-49C9-BDEA-4C55BA90BB9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D02741F-8EFC-4969-AF9F-16FE0BBA85C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1164F89-C215-4B2A-AF6E-0E3A001D85F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07D777-9E8D-48C9-A250-BFBD97B66E0D}"/>
              </a:ext>
            </a:extLst>
          </p:cNvPr>
          <p:cNvSpPr>
            <a:spLocks noGrp="1"/>
          </p:cNvSpPr>
          <p:nvPr>
            <p:ph type="dt" sz="half" idx="10"/>
          </p:nvPr>
        </p:nvSpPr>
        <p:spPr/>
        <p:txBody>
          <a:bodyPr/>
          <a:lstStyle/>
          <a:p>
            <a:fld id="{2065F0E9-6A60-41BC-BBD4-0065B26BC60E}" type="datetimeFigureOut">
              <a:rPr lang="en-US" smtClean="0"/>
              <a:t>1/5/2026</a:t>
            </a:fld>
            <a:endParaRPr lang="en-US"/>
          </a:p>
        </p:txBody>
      </p:sp>
      <p:sp>
        <p:nvSpPr>
          <p:cNvPr id="6" name="Footer Placeholder 5">
            <a:extLst>
              <a:ext uri="{FF2B5EF4-FFF2-40B4-BE49-F238E27FC236}">
                <a16:creationId xmlns:a16="http://schemas.microsoft.com/office/drawing/2014/main" id="{BFC3C97F-271E-4FE7-9BDF-71DDA1D5FDD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4F375F3-974F-4E82-90B2-18530A7402F0}"/>
              </a:ext>
            </a:extLst>
          </p:cNvPr>
          <p:cNvSpPr>
            <a:spLocks noGrp="1"/>
          </p:cNvSpPr>
          <p:nvPr>
            <p:ph type="sldNum" sz="quarter" idx="12"/>
          </p:nvPr>
        </p:nvSpPr>
        <p:spPr/>
        <p:txBody>
          <a:bodyPr/>
          <a:lstStyle/>
          <a:p>
            <a:fld id="{922FD97A-C06D-45F2-A421-E45D6B1D170F}" type="slidenum">
              <a:rPr lang="en-US" smtClean="0"/>
              <a:t>‹#›</a:t>
            </a:fld>
            <a:endParaRPr lang="en-US"/>
          </a:p>
        </p:txBody>
      </p:sp>
    </p:spTree>
    <p:extLst>
      <p:ext uri="{BB962C8B-B14F-4D97-AF65-F5344CB8AC3E}">
        <p14:creationId xmlns:p14="http://schemas.microsoft.com/office/powerpoint/2010/main" val="22105862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6A5D5A-2962-471A-B998-455BE319DE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D97EAB6-85AC-41D2-934B-40669AC319F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E5B0F4-DD9B-40B3-96DA-7BB0D94BBC2C}"/>
              </a:ext>
            </a:extLst>
          </p:cNvPr>
          <p:cNvSpPr>
            <a:spLocks noGrp="1"/>
          </p:cNvSpPr>
          <p:nvPr>
            <p:ph type="dt" sz="half" idx="10"/>
          </p:nvPr>
        </p:nvSpPr>
        <p:spPr/>
        <p:txBody>
          <a:bodyPr/>
          <a:lstStyle/>
          <a:p>
            <a:fld id="{2065F0E9-6A60-41BC-BBD4-0065B26BC60E}" type="datetimeFigureOut">
              <a:rPr lang="en-US" smtClean="0"/>
              <a:t>1/5/2026</a:t>
            </a:fld>
            <a:endParaRPr lang="en-US"/>
          </a:p>
        </p:txBody>
      </p:sp>
      <p:sp>
        <p:nvSpPr>
          <p:cNvPr id="5" name="Footer Placeholder 4">
            <a:extLst>
              <a:ext uri="{FF2B5EF4-FFF2-40B4-BE49-F238E27FC236}">
                <a16:creationId xmlns:a16="http://schemas.microsoft.com/office/drawing/2014/main" id="{D67962CA-6FF8-47C9-B625-510E45E72A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E71540-5CF3-4519-A93C-D5C09C38F239}"/>
              </a:ext>
            </a:extLst>
          </p:cNvPr>
          <p:cNvSpPr>
            <a:spLocks noGrp="1"/>
          </p:cNvSpPr>
          <p:nvPr>
            <p:ph type="sldNum" sz="quarter" idx="12"/>
          </p:nvPr>
        </p:nvSpPr>
        <p:spPr/>
        <p:txBody>
          <a:bodyPr/>
          <a:lstStyle/>
          <a:p>
            <a:fld id="{922FD97A-C06D-45F2-A421-E45D6B1D170F}" type="slidenum">
              <a:rPr lang="en-US" smtClean="0"/>
              <a:t>‹#›</a:t>
            </a:fld>
            <a:endParaRPr lang="en-US"/>
          </a:p>
        </p:txBody>
      </p:sp>
    </p:spTree>
    <p:extLst>
      <p:ext uri="{BB962C8B-B14F-4D97-AF65-F5344CB8AC3E}">
        <p14:creationId xmlns:p14="http://schemas.microsoft.com/office/powerpoint/2010/main" val="24548140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8F0955C-1D0A-4846-89DD-524713756ED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88317F2-F4C1-4CDC-9E73-7C634E613FC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3B38E00-5C7E-452A-8651-D46B1E1ED0CA}"/>
              </a:ext>
            </a:extLst>
          </p:cNvPr>
          <p:cNvSpPr>
            <a:spLocks noGrp="1"/>
          </p:cNvSpPr>
          <p:nvPr>
            <p:ph type="dt" sz="half" idx="10"/>
          </p:nvPr>
        </p:nvSpPr>
        <p:spPr/>
        <p:txBody>
          <a:bodyPr/>
          <a:lstStyle/>
          <a:p>
            <a:fld id="{2065F0E9-6A60-41BC-BBD4-0065B26BC60E}" type="datetimeFigureOut">
              <a:rPr lang="en-US" smtClean="0"/>
              <a:t>1/5/2026</a:t>
            </a:fld>
            <a:endParaRPr lang="en-US"/>
          </a:p>
        </p:txBody>
      </p:sp>
      <p:sp>
        <p:nvSpPr>
          <p:cNvPr id="5" name="Footer Placeholder 4">
            <a:extLst>
              <a:ext uri="{FF2B5EF4-FFF2-40B4-BE49-F238E27FC236}">
                <a16:creationId xmlns:a16="http://schemas.microsoft.com/office/drawing/2014/main" id="{45B5CC80-8E91-49B7-9A23-CA4C63A747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00CC509-FF9F-48C1-9161-708298A476E1}"/>
              </a:ext>
            </a:extLst>
          </p:cNvPr>
          <p:cNvSpPr>
            <a:spLocks noGrp="1"/>
          </p:cNvSpPr>
          <p:nvPr>
            <p:ph type="sldNum" sz="quarter" idx="12"/>
          </p:nvPr>
        </p:nvSpPr>
        <p:spPr/>
        <p:txBody>
          <a:bodyPr/>
          <a:lstStyle/>
          <a:p>
            <a:fld id="{922FD97A-C06D-45F2-A421-E45D6B1D170F}" type="slidenum">
              <a:rPr lang="en-US" smtClean="0"/>
              <a:t>‹#›</a:t>
            </a:fld>
            <a:endParaRPr lang="en-US"/>
          </a:p>
        </p:txBody>
      </p:sp>
    </p:spTree>
    <p:extLst>
      <p:ext uri="{BB962C8B-B14F-4D97-AF65-F5344CB8AC3E}">
        <p14:creationId xmlns:p14="http://schemas.microsoft.com/office/powerpoint/2010/main" val="20835145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E9FE230-BCEE-4D84-A176-48ADB7E59B9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7751EB6-9F97-456A-A94C-6F2FFB728BB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0E6B99-31ED-4EEF-A440-B0E51BCBDC9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065F0E9-6A60-41BC-BBD4-0065B26BC60E}" type="datetimeFigureOut">
              <a:rPr lang="en-US" smtClean="0"/>
              <a:t>1/5/2026</a:t>
            </a:fld>
            <a:endParaRPr lang="en-US"/>
          </a:p>
        </p:txBody>
      </p:sp>
      <p:sp>
        <p:nvSpPr>
          <p:cNvPr id="5" name="Footer Placeholder 4">
            <a:extLst>
              <a:ext uri="{FF2B5EF4-FFF2-40B4-BE49-F238E27FC236}">
                <a16:creationId xmlns:a16="http://schemas.microsoft.com/office/drawing/2014/main" id="{E9985B99-6785-4970-9B40-BD42B09B507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3FB3CFD-7DEC-4FF9-9820-3209CBAA6D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22FD97A-C06D-45F2-A421-E45D6B1D170F}" type="slidenum">
              <a:rPr lang="en-US" smtClean="0"/>
              <a:t>‹#›</a:t>
            </a:fld>
            <a:endParaRPr lang="en-US"/>
          </a:p>
        </p:txBody>
      </p:sp>
    </p:spTree>
    <p:extLst>
      <p:ext uri="{BB962C8B-B14F-4D97-AF65-F5344CB8AC3E}">
        <p14:creationId xmlns:p14="http://schemas.microsoft.com/office/powerpoint/2010/main" val="343006356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2" Type="http://schemas.openxmlformats.org/officeDocument/2006/relationships/image" Target="../media/image17.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jpe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4.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hyperlink" Target="mailto:community@agilenetworkindia.com"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E30439A-8A5B-46EC-8283-9B6B031D40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7"/>
            <a:ext cx="12192001" cy="6858000"/>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55521" y="-1720"/>
            <a:ext cx="11750040" cy="6840685"/>
          </a:xfrm>
          <a:prstGeom prst="rect">
            <a:avLst/>
          </a:prstGeom>
          <a:gradFill>
            <a:gsLst>
              <a:gs pos="21000">
                <a:schemeClr val="accent1">
                  <a:lumMod val="50000"/>
                  <a:alpha val="61000"/>
                </a:schemeClr>
              </a:gs>
              <a:gs pos="100000">
                <a:schemeClr val="accent1">
                  <a:alpha val="0"/>
                </a:scheme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6054" y="-1291"/>
            <a:ext cx="3608179" cy="6858864"/>
          </a:xfrm>
          <a:prstGeom prst="rect">
            <a:avLst/>
          </a:prstGeom>
          <a:gradFill>
            <a:gsLst>
              <a:gs pos="0">
                <a:schemeClr val="accent1">
                  <a:lumMod val="75000"/>
                  <a:alpha val="0"/>
                </a:schemeClr>
              </a:gs>
              <a:gs pos="99000">
                <a:srgbClr val="000000">
                  <a:alpha val="41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274173">
            <a:off x="6059728" y="779270"/>
            <a:ext cx="4967533" cy="4988390"/>
          </a:xfrm>
          <a:prstGeom prst="ellipse">
            <a:avLst/>
          </a:prstGeom>
          <a:gradFill>
            <a:gsLst>
              <a:gs pos="0">
                <a:schemeClr val="accent1">
                  <a:alpha val="24000"/>
                </a:schemeClr>
              </a:gs>
              <a:gs pos="79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3D29E08-4BE7-BADB-EC61-73C297522CB3}"/>
              </a:ext>
            </a:extLst>
          </p:cNvPr>
          <p:cNvSpPr>
            <a:spLocks noGrp="1"/>
          </p:cNvSpPr>
          <p:nvPr>
            <p:ph type="ctrTitle"/>
          </p:nvPr>
        </p:nvSpPr>
        <p:spPr>
          <a:xfrm>
            <a:off x="1386865" y="818984"/>
            <a:ext cx="6596245" cy="3268520"/>
          </a:xfrm>
        </p:spPr>
        <p:txBody>
          <a:bodyPr>
            <a:normAutofit/>
          </a:bodyPr>
          <a:lstStyle/>
          <a:p>
            <a:pPr algn="r"/>
            <a:r>
              <a:rPr lang="en-US" sz="4800">
                <a:solidFill>
                  <a:srgbClr val="FFFFFF"/>
                </a:solidFill>
              </a:rPr>
              <a:t>Proposal </a:t>
            </a:r>
            <a:br>
              <a:rPr lang="en-US" sz="4800">
                <a:solidFill>
                  <a:srgbClr val="FFFFFF"/>
                </a:solidFill>
              </a:rPr>
            </a:br>
            <a:r>
              <a:rPr lang="en-US" sz="4800">
                <a:solidFill>
                  <a:srgbClr val="FFFFFF"/>
                </a:solidFill>
              </a:rPr>
              <a:t>Speaker – Agile Networks India </a:t>
            </a:r>
          </a:p>
        </p:txBody>
      </p:sp>
      <p:sp>
        <p:nvSpPr>
          <p:cNvPr id="18" name="Rectangle 17">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314" y="4480038"/>
            <a:ext cx="12179371" cy="2377962"/>
          </a:xfrm>
          <a:prstGeom prst="rect">
            <a:avLst/>
          </a:prstGeom>
          <a:gradFill>
            <a:gsLst>
              <a:gs pos="0">
                <a:schemeClr val="accent1">
                  <a:lumMod val="75000"/>
                  <a:alpha val="50000"/>
                </a:schemeClr>
              </a:gs>
              <a:gs pos="99000">
                <a:srgbClr val="000000">
                  <a:alpha val="34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37BE9413-FD17-9F51-C2A1-8553D9878133}"/>
              </a:ext>
            </a:extLst>
          </p:cNvPr>
          <p:cNvSpPr>
            <a:spLocks noGrp="1"/>
          </p:cNvSpPr>
          <p:nvPr>
            <p:ph type="subTitle" idx="1"/>
          </p:nvPr>
        </p:nvSpPr>
        <p:spPr>
          <a:xfrm>
            <a:off x="1931874" y="4797188"/>
            <a:ext cx="6051236" cy="1241828"/>
          </a:xfrm>
        </p:spPr>
        <p:txBody>
          <a:bodyPr>
            <a:normAutofit/>
          </a:bodyPr>
          <a:lstStyle/>
          <a:p>
            <a:pPr algn="r"/>
            <a:r>
              <a:rPr lang="en-US" dirty="0">
                <a:solidFill>
                  <a:srgbClr val="FFFFFF"/>
                </a:solidFill>
              </a:rPr>
              <a:t>Topic: </a:t>
            </a:r>
            <a:r>
              <a:rPr lang="en-US" dirty="0">
                <a:solidFill>
                  <a:schemeClr val="bg1"/>
                </a:solidFill>
              </a:rPr>
              <a:t>Human + AI: From Vision to Application</a:t>
            </a:r>
          </a:p>
          <a:p>
            <a:pPr algn="r"/>
            <a:r>
              <a:rPr lang="en-US" dirty="0">
                <a:solidFill>
                  <a:schemeClr val="bg1"/>
                </a:solidFill>
              </a:rPr>
              <a:t>Manish </a:t>
            </a:r>
            <a:r>
              <a:rPr lang="en-US" dirty="0" err="1">
                <a:solidFill>
                  <a:schemeClr val="bg1"/>
                </a:solidFill>
              </a:rPr>
              <a:t>agarwal</a:t>
            </a:r>
            <a:endParaRPr lang="en-US" dirty="0">
              <a:solidFill>
                <a:schemeClr val="bg1"/>
              </a:solidFill>
            </a:endParaRPr>
          </a:p>
        </p:txBody>
      </p:sp>
      <p:sp>
        <p:nvSpPr>
          <p:cNvPr id="20" name="Rectangle 19">
            <a:extLst>
              <a:ext uri="{FF2B5EF4-FFF2-40B4-BE49-F238E27FC236}">
                <a16:creationId xmlns:a16="http://schemas.microsoft.com/office/drawing/2014/main" id="{53947E58-F088-49F1-A3D1-DEA690192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6967085" y="1632660"/>
            <a:ext cx="6857572" cy="3592258"/>
          </a:xfrm>
          <a:prstGeom prst="rect">
            <a:avLst/>
          </a:prstGeom>
          <a:gradFill>
            <a:gsLst>
              <a:gs pos="0">
                <a:schemeClr val="accent1">
                  <a:lumMod val="75000"/>
                  <a:alpha val="50000"/>
                </a:schemeClr>
              </a:gs>
              <a:gs pos="99000">
                <a:srgbClr val="000000">
                  <a:alpha val="0"/>
                </a:srgb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416696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1623F1-B013-4399-B9E2-52E502650CCC}"/>
              </a:ext>
            </a:extLst>
          </p:cNvPr>
          <p:cNvSpPr>
            <a:spLocks noGrp="1"/>
          </p:cNvSpPr>
          <p:nvPr>
            <p:ph type="title"/>
          </p:nvPr>
        </p:nvSpPr>
        <p:spPr>
          <a:xfrm>
            <a:off x="8017253" y="257082"/>
            <a:ext cx="3585465" cy="1657614"/>
          </a:xfrm>
        </p:spPr>
        <p:txBody>
          <a:bodyPr>
            <a:normAutofit/>
          </a:bodyPr>
          <a:lstStyle/>
          <a:p>
            <a:r>
              <a:rPr lang="en-US" sz="2800" b="1" dirty="0"/>
              <a:t>Manish K Agarwal</a:t>
            </a:r>
            <a:br>
              <a:rPr lang="en-US" sz="2800" dirty="0"/>
            </a:br>
            <a:r>
              <a:rPr lang="en-US" sz="1400" dirty="0">
                <a:solidFill>
                  <a:schemeClr val="accent1"/>
                </a:solidFill>
              </a:rPr>
              <a:t>https://www.linkedin.com/in/manishkagarwal/</a:t>
            </a:r>
            <a:br>
              <a:rPr lang="en-US" sz="2800" dirty="0"/>
            </a:br>
            <a:r>
              <a:rPr lang="en-US" sz="2000" dirty="0"/>
              <a:t>Sr. Director Technical Operation – </a:t>
            </a:r>
            <a:r>
              <a:rPr lang="en-US" sz="1200" dirty="0">
                <a:solidFill>
                  <a:schemeClr val="tx1">
                    <a:lumMod val="50000"/>
                    <a:lumOff val="50000"/>
                  </a:schemeClr>
                </a:solidFill>
                <a:latin typeface="Arial" panose="020B0604020202020204" pitchFamily="34" charset="0"/>
                <a:cs typeface="Arial" panose="020B0604020202020204" pitchFamily="34" charset="0"/>
              </a:rPr>
              <a:t>Infinera India Pvt Ltd, Bengaluru 560025</a:t>
            </a:r>
            <a:endParaRPr lang="en-US" sz="2800" dirty="0">
              <a:solidFill>
                <a:schemeClr val="tx1">
                  <a:lumMod val="50000"/>
                  <a:lumOff val="50000"/>
                </a:schemeClr>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78DBF5EE-7CF1-4968-B5F4-039B7E0CA482}"/>
              </a:ext>
            </a:extLst>
          </p:cNvPr>
          <p:cNvPicPr>
            <a:picLocks noChangeAspect="1"/>
          </p:cNvPicPr>
          <p:nvPr/>
        </p:nvPicPr>
        <p:blipFill>
          <a:blip r:embed="rId2"/>
          <a:stretch>
            <a:fillRect/>
          </a:stretch>
        </p:blipFill>
        <p:spPr>
          <a:xfrm>
            <a:off x="4906370" y="681084"/>
            <a:ext cx="2628285" cy="1046083"/>
          </a:xfrm>
          <a:prstGeom prst="rect">
            <a:avLst/>
          </a:prstGeom>
        </p:spPr>
      </p:pic>
      <p:pic>
        <p:nvPicPr>
          <p:cNvPr id="5" name="Picture 4">
            <a:extLst>
              <a:ext uri="{FF2B5EF4-FFF2-40B4-BE49-F238E27FC236}">
                <a16:creationId xmlns:a16="http://schemas.microsoft.com/office/drawing/2014/main" id="{EADCC586-0C85-4B37-8DF9-B169C6698A0D}"/>
              </a:ext>
            </a:extLst>
          </p:cNvPr>
          <p:cNvPicPr>
            <a:picLocks noChangeAspect="1"/>
          </p:cNvPicPr>
          <p:nvPr/>
        </p:nvPicPr>
        <p:blipFill>
          <a:blip r:embed="rId3"/>
          <a:stretch>
            <a:fillRect/>
          </a:stretch>
        </p:blipFill>
        <p:spPr>
          <a:xfrm>
            <a:off x="5051657" y="5224425"/>
            <a:ext cx="2027690" cy="836421"/>
          </a:xfrm>
          <a:prstGeom prst="rect">
            <a:avLst/>
          </a:prstGeom>
        </p:spPr>
      </p:pic>
      <p:pic>
        <p:nvPicPr>
          <p:cNvPr id="6" name="Picture 5">
            <a:extLst>
              <a:ext uri="{FF2B5EF4-FFF2-40B4-BE49-F238E27FC236}">
                <a16:creationId xmlns:a16="http://schemas.microsoft.com/office/drawing/2014/main" id="{5CA560D7-FD10-46A9-B24A-009CAF859942}"/>
              </a:ext>
            </a:extLst>
          </p:cNvPr>
          <p:cNvPicPr>
            <a:picLocks noChangeAspect="1"/>
          </p:cNvPicPr>
          <p:nvPr/>
        </p:nvPicPr>
        <p:blipFill>
          <a:blip r:embed="rId4"/>
          <a:stretch>
            <a:fillRect/>
          </a:stretch>
        </p:blipFill>
        <p:spPr>
          <a:xfrm>
            <a:off x="5392036" y="2719707"/>
            <a:ext cx="1656952" cy="1050308"/>
          </a:xfrm>
          <a:prstGeom prst="rect">
            <a:avLst/>
          </a:prstGeom>
        </p:spPr>
      </p:pic>
      <p:pic>
        <p:nvPicPr>
          <p:cNvPr id="10" name="Picture 9">
            <a:extLst>
              <a:ext uri="{FF2B5EF4-FFF2-40B4-BE49-F238E27FC236}">
                <a16:creationId xmlns:a16="http://schemas.microsoft.com/office/drawing/2014/main" id="{2E43335D-5F8F-4BF1-AF33-D165DC644EDB}"/>
              </a:ext>
            </a:extLst>
          </p:cNvPr>
          <p:cNvPicPr>
            <a:picLocks noChangeAspect="1"/>
          </p:cNvPicPr>
          <p:nvPr/>
        </p:nvPicPr>
        <p:blipFill>
          <a:blip r:embed="rId5"/>
          <a:stretch>
            <a:fillRect/>
          </a:stretch>
        </p:blipFill>
        <p:spPr>
          <a:xfrm>
            <a:off x="324307" y="5224425"/>
            <a:ext cx="1623182" cy="697323"/>
          </a:xfrm>
          <a:prstGeom prst="rect">
            <a:avLst/>
          </a:prstGeom>
        </p:spPr>
      </p:pic>
      <p:pic>
        <p:nvPicPr>
          <p:cNvPr id="8" name="Picture 7">
            <a:extLst>
              <a:ext uri="{FF2B5EF4-FFF2-40B4-BE49-F238E27FC236}">
                <a16:creationId xmlns:a16="http://schemas.microsoft.com/office/drawing/2014/main" id="{0A820BF9-D86C-4473-A15D-AADC630E942B}"/>
              </a:ext>
            </a:extLst>
          </p:cNvPr>
          <p:cNvPicPr>
            <a:picLocks noChangeAspect="1"/>
          </p:cNvPicPr>
          <p:nvPr/>
        </p:nvPicPr>
        <p:blipFill>
          <a:blip r:embed="rId6"/>
          <a:stretch>
            <a:fillRect/>
          </a:stretch>
        </p:blipFill>
        <p:spPr>
          <a:xfrm>
            <a:off x="2685897" y="5345732"/>
            <a:ext cx="1669613" cy="576016"/>
          </a:xfrm>
          <a:prstGeom prst="rect">
            <a:avLst/>
          </a:prstGeom>
        </p:spPr>
      </p:pic>
      <p:sp>
        <p:nvSpPr>
          <p:cNvPr id="3" name="Content Placeholder 2">
            <a:extLst>
              <a:ext uri="{FF2B5EF4-FFF2-40B4-BE49-F238E27FC236}">
                <a16:creationId xmlns:a16="http://schemas.microsoft.com/office/drawing/2014/main" id="{8477A432-604F-4BA4-8112-CF7B195686C2}"/>
              </a:ext>
            </a:extLst>
          </p:cNvPr>
          <p:cNvSpPr>
            <a:spLocks noGrp="1"/>
          </p:cNvSpPr>
          <p:nvPr>
            <p:ph idx="1"/>
          </p:nvPr>
        </p:nvSpPr>
        <p:spPr>
          <a:xfrm>
            <a:off x="8017253" y="2274490"/>
            <a:ext cx="3772132" cy="4156789"/>
          </a:xfrm>
        </p:spPr>
        <p:txBody>
          <a:bodyPr>
            <a:normAutofit fontScale="92500" lnSpcReduction="20000"/>
          </a:bodyPr>
          <a:lstStyle/>
          <a:p>
            <a:r>
              <a:rPr lang="en-US" sz="2000" dirty="0">
                <a:latin typeface="+mj-lt"/>
                <a:ea typeface="+mj-ea"/>
                <a:cs typeface="+mj-cs"/>
              </a:rPr>
              <a:t>24+ years of progressive experience in networking Industry. Started my journey as network planner, optical engineer with service providers and for last 15 years working with networking product companies in SW engineering group. </a:t>
            </a:r>
          </a:p>
          <a:p>
            <a:r>
              <a:rPr lang="en-US" sz="2000" dirty="0">
                <a:latin typeface="+mj-lt"/>
                <a:ea typeface="+mj-ea"/>
                <a:cs typeface="+mj-cs"/>
              </a:rPr>
              <a:t>Major responsibilities: NPI, Product/Release delivery, Automation, Escalation and sustenance. </a:t>
            </a:r>
          </a:p>
          <a:p>
            <a:r>
              <a:rPr lang="en-US" sz="2000" dirty="0">
                <a:latin typeface="+mj-lt"/>
                <a:ea typeface="+mj-ea"/>
                <a:cs typeface="+mj-cs"/>
              </a:rPr>
              <a:t>Skills/Certifications: Machine Learning, GenAI, Python, PMP, Scrum, PO, Dockers, K8s, AWS, Terraform(</a:t>
            </a:r>
            <a:r>
              <a:rPr lang="en-US" sz="2000" dirty="0" err="1">
                <a:latin typeface="+mj-lt"/>
                <a:ea typeface="+mj-ea"/>
                <a:cs typeface="+mj-cs"/>
              </a:rPr>
              <a:t>IaC</a:t>
            </a:r>
            <a:r>
              <a:rPr lang="en-US" sz="2000" dirty="0">
                <a:latin typeface="+mj-lt"/>
                <a:ea typeface="+mj-ea"/>
                <a:cs typeface="+mj-cs"/>
              </a:rPr>
              <a:t>), Cloud compute </a:t>
            </a:r>
          </a:p>
          <a:p>
            <a:r>
              <a:rPr lang="en-US" sz="2000" dirty="0">
                <a:latin typeface="+mj-lt"/>
                <a:ea typeface="+mj-ea"/>
                <a:cs typeface="+mj-cs"/>
              </a:rPr>
              <a:t>Writing blogs, learning new technologies and training </a:t>
            </a:r>
          </a:p>
        </p:txBody>
      </p:sp>
      <p:cxnSp>
        <p:nvCxnSpPr>
          <p:cNvPr id="22" name="Straight Connector 24">
            <a:extLst>
              <a:ext uri="{FF2B5EF4-FFF2-40B4-BE49-F238E27FC236}">
                <a16:creationId xmlns:a16="http://schemas.microsoft.com/office/drawing/2014/main" id="{822A5670-0F7B-4199-AEAB-33FBA9CEA44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3627" y="-1"/>
            <a:ext cx="0" cy="6858001"/>
          </a:xfrm>
          <a:prstGeom prst="line">
            <a:avLst/>
          </a:prstGeom>
          <a:ln w="3810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6">
            <a:extLst>
              <a:ext uri="{FF2B5EF4-FFF2-40B4-BE49-F238E27FC236}">
                <a16:creationId xmlns:a16="http://schemas.microsoft.com/office/drawing/2014/main" id="{8BB1744D-A7DF-4B65-B6E3-DCF12BB2D86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3627" y="2228770"/>
            <a:ext cx="2877035"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8">
            <a:extLst>
              <a:ext uri="{FF2B5EF4-FFF2-40B4-BE49-F238E27FC236}">
                <a16:creationId xmlns:a16="http://schemas.microsoft.com/office/drawing/2014/main" id="{882DD753-EA38-4E86-91FB-05041A44A28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67905"/>
            <a:ext cx="7530662"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30">
            <a:extLst>
              <a:ext uri="{FF2B5EF4-FFF2-40B4-BE49-F238E27FC236}">
                <a16:creationId xmlns:a16="http://schemas.microsoft.com/office/drawing/2014/main" id="{6DA63E78-7704-45EF-B5D3-EADDF5D826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16200000">
            <a:off x="1218591" y="5706812"/>
            <a:ext cx="22860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pic>
        <p:nvPicPr>
          <p:cNvPr id="9" name="Picture 8">
            <a:extLst>
              <a:ext uri="{FF2B5EF4-FFF2-40B4-BE49-F238E27FC236}">
                <a16:creationId xmlns:a16="http://schemas.microsoft.com/office/drawing/2014/main" id="{8CA9B107-8ED8-4572-651B-8782496F2CC2}"/>
              </a:ext>
            </a:extLst>
          </p:cNvPr>
          <p:cNvPicPr>
            <a:picLocks noChangeAspect="1"/>
          </p:cNvPicPr>
          <p:nvPr/>
        </p:nvPicPr>
        <p:blipFill>
          <a:blip r:embed="rId7"/>
          <a:stretch>
            <a:fillRect/>
          </a:stretch>
        </p:blipFill>
        <p:spPr>
          <a:xfrm>
            <a:off x="671210" y="488791"/>
            <a:ext cx="2849493" cy="3175771"/>
          </a:xfrm>
          <a:prstGeom prst="rect">
            <a:avLst/>
          </a:prstGeom>
        </p:spPr>
      </p:pic>
    </p:spTree>
    <p:extLst>
      <p:ext uri="{BB962C8B-B14F-4D97-AF65-F5344CB8AC3E}">
        <p14:creationId xmlns:p14="http://schemas.microsoft.com/office/powerpoint/2010/main" val="41475891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399FF-5FAD-9AF5-4250-737A8D1D56CB}"/>
              </a:ext>
            </a:extLst>
          </p:cNvPr>
          <p:cNvSpPr>
            <a:spLocks noGrp="1"/>
          </p:cNvSpPr>
          <p:nvPr>
            <p:ph type="title"/>
          </p:nvPr>
        </p:nvSpPr>
        <p:spPr>
          <a:xfrm>
            <a:off x="1604149" y="94706"/>
            <a:ext cx="3142344" cy="1325563"/>
          </a:xfrm>
        </p:spPr>
        <p:txBody>
          <a:bodyPr/>
          <a:lstStyle/>
          <a:p>
            <a:r>
              <a:rPr lang="en-US" b="1" dirty="0"/>
              <a:t>Education</a:t>
            </a:r>
          </a:p>
        </p:txBody>
      </p:sp>
      <p:grpSp>
        <p:nvGrpSpPr>
          <p:cNvPr id="13" name="Group 12">
            <a:extLst>
              <a:ext uri="{FF2B5EF4-FFF2-40B4-BE49-F238E27FC236}">
                <a16:creationId xmlns:a16="http://schemas.microsoft.com/office/drawing/2014/main" id="{88FD9842-153B-5539-707B-E4C4B46A315E}"/>
              </a:ext>
            </a:extLst>
          </p:cNvPr>
          <p:cNvGrpSpPr/>
          <p:nvPr/>
        </p:nvGrpSpPr>
        <p:grpSpPr>
          <a:xfrm>
            <a:off x="785030" y="1420269"/>
            <a:ext cx="4851400" cy="1328965"/>
            <a:chOff x="838200" y="1603149"/>
            <a:chExt cx="4851400" cy="1328965"/>
          </a:xfrm>
        </p:grpSpPr>
        <p:pic>
          <p:nvPicPr>
            <p:cNvPr id="4" name="Picture 3">
              <a:extLst>
                <a:ext uri="{FF2B5EF4-FFF2-40B4-BE49-F238E27FC236}">
                  <a16:creationId xmlns:a16="http://schemas.microsoft.com/office/drawing/2014/main" id="{F8BAA182-3488-490F-96DD-30DA4A53E4B1}"/>
                </a:ext>
              </a:extLst>
            </p:cNvPr>
            <p:cNvPicPr>
              <a:picLocks noChangeAspect="1"/>
            </p:cNvPicPr>
            <p:nvPr/>
          </p:nvPicPr>
          <p:blipFill>
            <a:blip r:embed="rId2"/>
            <a:stretch>
              <a:fillRect/>
            </a:stretch>
          </p:blipFill>
          <p:spPr>
            <a:xfrm>
              <a:off x="838200" y="1603149"/>
              <a:ext cx="1491261" cy="1325563"/>
            </a:xfrm>
            <a:prstGeom prst="rect">
              <a:avLst/>
            </a:prstGeom>
          </p:spPr>
        </p:pic>
        <p:sp>
          <p:nvSpPr>
            <p:cNvPr id="8" name="Title 1">
              <a:extLst>
                <a:ext uri="{FF2B5EF4-FFF2-40B4-BE49-F238E27FC236}">
                  <a16:creationId xmlns:a16="http://schemas.microsoft.com/office/drawing/2014/main" id="{F009D975-C227-3FE1-B7A1-3C68375EC103}"/>
                </a:ext>
              </a:extLst>
            </p:cNvPr>
            <p:cNvSpPr txBox="1">
              <a:spLocks/>
            </p:cNvSpPr>
            <p:nvPr/>
          </p:nvSpPr>
          <p:spPr>
            <a:xfrm>
              <a:off x="2547257" y="1606551"/>
              <a:ext cx="3142343"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General Mgmt.</a:t>
              </a:r>
            </a:p>
          </p:txBody>
        </p:sp>
      </p:grpSp>
      <p:grpSp>
        <p:nvGrpSpPr>
          <p:cNvPr id="12" name="Group 11">
            <a:extLst>
              <a:ext uri="{FF2B5EF4-FFF2-40B4-BE49-F238E27FC236}">
                <a16:creationId xmlns:a16="http://schemas.microsoft.com/office/drawing/2014/main" id="{EF8C9555-0571-0908-C900-C2141CC584B2}"/>
              </a:ext>
            </a:extLst>
          </p:cNvPr>
          <p:cNvGrpSpPr/>
          <p:nvPr/>
        </p:nvGrpSpPr>
        <p:grpSpPr>
          <a:xfrm>
            <a:off x="785031" y="3117901"/>
            <a:ext cx="4851398" cy="1454056"/>
            <a:chOff x="838201" y="3191465"/>
            <a:chExt cx="4851398" cy="1454056"/>
          </a:xfrm>
        </p:grpSpPr>
        <p:pic>
          <p:nvPicPr>
            <p:cNvPr id="5" name="Picture 4">
              <a:extLst>
                <a:ext uri="{FF2B5EF4-FFF2-40B4-BE49-F238E27FC236}">
                  <a16:creationId xmlns:a16="http://schemas.microsoft.com/office/drawing/2014/main" id="{DC7391B9-8BC9-A41F-6D2E-5D6F99563570}"/>
                </a:ext>
              </a:extLst>
            </p:cNvPr>
            <p:cNvPicPr>
              <a:picLocks noChangeAspect="1"/>
            </p:cNvPicPr>
            <p:nvPr/>
          </p:nvPicPr>
          <p:blipFill>
            <a:blip r:embed="rId3"/>
            <a:stretch>
              <a:fillRect/>
            </a:stretch>
          </p:blipFill>
          <p:spPr>
            <a:xfrm>
              <a:off x="838201" y="3213056"/>
              <a:ext cx="1491260" cy="1432465"/>
            </a:xfrm>
            <a:prstGeom prst="rect">
              <a:avLst/>
            </a:prstGeom>
          </p:spPr>
        </p:pic>
        <p:sp>
          <p:nvSpPr>
            <p:cNvPr id="10" name="Title 1">
              <a:extLst>
                <a:ext uri="{FF2B5EF4-FFF2-40B4-BE49-F238E27FC236}">
                  <a16:creationId xmlns:a16="http://schemas.microsoft.com/office/drawing/2014/main" id="{159D0664-467A-68BB-8304-5356CD22C13A}"/>
                </a:ext>
              </a:extLst>
            </p:cNvPr>
            <p:cNvSpPr txBox="1">
              <a:spLocks/>
            </p:cNvSpPr>
            <p:nvPr/>
          </p:nvSpPr>
          <p:spPr>
            <a:xfrm>
              <a:off x="2547256" y="3191465"/>
              <a:ext cx="3142343" cy="1325563"/>
            </a:xfrm>
            <a:prstGeom prst="rect">
              <a:avLst/>
            </a:prstGeom>
          </p:spPr>
          <p:txBody>
            <a:bodyPr vert="horz" lIns="91440" tIns="45720" rIns="91440" bIns="45720" rtlCol="0" anchor="ctr">
              <a:normAutofit fontScale="9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Machine Learning</a:t>
              </a:r>
            </a:p>
            <a:p>
              <a:r>
                <a:rPr lang="en-US" sz="1900" dirty="0"/>
                <a:t>                    IIT Roorkee </a:t>
              </a:r>
            </a:p>
          </p:txBody>
        </p:sp>
      </p:grpSp>
      <p:cxnSp>
        <p:nvCxnSpPr>
          <p:cNvPr id="15" name="Straight Connector 14">
            <a:extLst>
              <a:ext uri="{FF2B5EF4-FFF2-40B4-BE49-F238E27FC236}">
                <a16:creationId xmlns:a16="http://schemas.microsoft.com/office/drawing/2014/main" id="{11897441-068A-E39F-F4C9-9FD7458EC2C1}"/>
              </a:ext>
            </a:extLst>
          </p:cNvPr>
          <p:cNvCxnSpPr>
            <a:cxnSpLocks/>
          </p:cNvCxnSpPr>
          <p:nvPr/>
        </p:nvCxnSpPr>
        <p:spPr>
          <a:xfrm>
            <a:off x="5313680" y="1198880"/>
            <a:ext cx="0" cy="5067306"/>
          </a:xfrm>
          <a:prstGeom prst="line">
            <a:avLst/>
          </a:prstGeom>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EAC15B61-FAD6-62BF-D337-0C7472E05E19}"/>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5874691" y="1319477"/>
            <a:ext cx="1619402" cy="1305028"/>
          </a:xfrm>
          <a:prstGeom prst="rect">
            <a:avLst/>
          </a:prstGeom>
          <a:noFill/>
        </p:spPr>
      </p:pic>
      <p:pic>
        <p:nvPicPr>
          <p:cNvPr id="18" name="Picture 17">
            <a:extLst>
              <a:ext uri="{FF2B5EF4-FFF2-40B4-BE49-F238E27FC236}">
                <a16:creationId xmlns:a16="http://schemas.microsoft.com/office/drawing/2014/main" id="{85F018B2-0893-4AAC-9CC1-7E257C2A1DE3}"/>
              </a:ext>
            </a:extLst>
          </p:cNvPr>
          <p:cNvPicPr>
            <a:picLocks noChangeAspect="1"/>
          </p:cNvPicPr>
          <p:nvPr/>
        </p:nvPicPr>
        <p:blipFill>
          <a:blip r:embed="rId5" cstate="print">
            <a:clrChange>
              <a:clrFrom>
                <a:srgbClr val="F7F7F7"/>
              </a:clrFrom>
              <a:clrTo>
                <a:srgbClr val="F7F7F7">
                  <a:alpha val="0"/>
                </a:srgbClr>
              </a:clrTo>
            </a:clrChange>
            <a:extLst>
              <a:ext uri="{28A0092B-C50C-407E-A947-70E740481C1C}">
                <a14:useLocalDpi xmlns:a14="http://schemas.microsoft.com/office/drawing/2010/main" val="0"/>
              </a:ext>
            </a:extLst>
          </a:blip>
          <a:stretch>
            <a:fillRect/>
          </a:stretch>
        </p:blipFill>
        <p:spPr>
          <a:xfrm>
            <a:off x="7825089" y="1209290"/>
            <a:ext cx="1697460" cy="1326714"/>
          </a:xfrm>
          <a:prstGeom prst="rect">
            <a:avLst/>
          </a:prstGeom>
        </p:spPr>
      </p:pic>
      <p:pic>
        <p:nvPicPr>
          <p:cNvPr id="19" name="Picture 18">
            <a:extLst>
              <a:ext uri="{FF2B5EF4-FFF2-40B4-BE49-F238E27FC236}">
                <a16:creationId xmlns:a16="http://schemas.microsoft.com/office/drawing/2014/main" id="{4F5EAC90-1F95-468B-9534-891DF12F7C11}"/>
              </a:ext>
            </a:extLst>
          </p:cNvPr>
          <p:cNvPicPr/>
          <p:nvPr/>
        </p:nvPicPr>
        <p:blipFill>
          <a:blip r:embed="rId6">
            <a:clrChange>
              <a:clrFrom>
                <a:srgbClr val="F8F8F8"/>
              </a:clrFrom>
              <a:clrTo>
                <a:srgbClr val="F8F8F8">
                  <a:alpha val="0"/>
                </a:srgbClr>
              </a:clrTo>
            </a:clrChange>
          </a:blip>
          <a:stretch>
            <a:fillRect/>
          </a:stretch>
        </p:blipFill>
        <p:spPr>
          <a:xfrm>
            <a:off x="9833724" y="1215731"/>
            <a:ext cx="1298088" cy="1242560"/>
          </a:xfrm>
          <a:prstGeom prst="rect">
            <a:avLst/>
          </a:prstGeom>
        </p:spPr>
      </p:pic>
      <p:pic>
        <p:nvPicPr>
          <p:cNvPr id="21" name="Picture 20">
            <a:extLst>
              <a:ext uri="{FF2B5EF4-FFF2-40B4-BE49-F238E27FC236}">
                <a16:creationId xmlns:a16="http://schemas.microsoft.com/office/drawing/2014/main" id="{18DE30A9-1A02-B0FD-BC86-B3B29F7CE3F7}"/>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6099074" y="2895206"/>
            <a:ext cx="1194806" cy="1194806"/>
          </a:xfrm>
          <a:prstGeom prst="rect">
            <a:avLst/>
          </a:prstGeom>
          <a:noFill/>
          <a:ln>
            <a:noFill/>
          </a:ln>
        </p:spPr>
      </p:pic>
      <p:pic>
        <p:nvPicPr>
          <p:cNvPr id="22" name="Picture 21">
            <a:extLst>
              <a:ext uri="{FF2B5EF4-FFF2-40B4-BE49-F238E27FC236}">
                <a16:creationId xmlns:a16="http://schemas.microsoft.com/office/drawing/2014/main" id="{A0C445B0-C5F0-D408-D897-FB47886606DB}"/>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8001985" y="2873947"/>
            <a:ext cx="1237324" cy="1237324"/>
          </a:xfrm>
          <a:prstGeom prst="rect">
            <a:avLst/>
          </a:prstGeom>
          <a:noFill/>
          <a:ln>
            <a:noFill/>
          </a:ln>
        </p:spPr>
      </p:pic>
      <p:pic>
        <p:nvPicPr>
          <p:cNvPr id="23" name="Picture 22">
            <a:extLst>
              <a:ext uri="{FF2B5EF4-FFF2-40B4-BE49-F238E27FC236}">
                <a16:creationId xmlns:a16="http://schemas.microsoft.com/office/drawing/2014/main" id="{83474557-B4F3-AEAA-A24F-8CD9E1CF32DD}"/>
              </a:ext>
            </a:extLst>
          </p:cNvPr>
          <p:cNvPicPr>
            <a:picLocks noChangeAspect="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5890965" y="4704039"/>
            <a:ext cx="1933294" cy="1015516"/>
          </a:xfrm>
          <a:prstGeom prst="rect">
            <a:avLst/>
          </a:prstGeom>
          <a:noFill/>
          <a:ln>
            <a:noFill/>
          </a:ln>
        </p:spPr>
      </p:pic>
      <p:pic>
        <p:nvPicPr>
          <p:cNvPr id="24" name="Picture 23" descr="Training - elastisys">
            <a:extLst>
              <a:ext uri="{FF2B5EF4-FFF2-40B4-BE49-F238E27FC236}">
                <a16:creationId xmlns:a16="http://schemas.microsoft.com/office/drawing/2014/main" id="{B0B338E9-5CC2-401D-884F-EDCCAAE76405}"/>
              </a:ext>
            </a:extLst>
          </p:cNvPr>
          <p:cNvPicPr>
            <a:picLocks noChangeAspect="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9798798" y="2895206"/>
            <a:ext cx="1310342" cy="1284058"/>
          </a:xfrm>
          <a:prstGeom prst="rect">
            <a:avLst/>
          </a:prstGeom>
          <a:noFill/>
        </p:spPr>
      </p:pic>
      <p:pic>
        <p:nvPicPr>
          <p:cNvPr id="26" name="Picture 25">
            <a:extLst>
              <a:ext uri="{FF2B5EF4-FFF2-40B4-BE49-F238E27FC236}">
                <a16:creationId xmlns:a16="http://schemas.microsoft.com/office/drawing/2014/main" id="{047CA4E3-5ECC-EF40-6E4A-C5C60781D8EC}"/>
              </a:ext>
            </a:extLst>
          </p:cNvPr>
          <p:cNvPicPr>
            <a:picLocks noChangeAspect="1"/>
          </p:cNvPicPr>
          <p:nvPr/>
        </p:nvPicPr>
        <p:blipFill>
          <a:blip r:embed="rId11"/>
          <a:stretch>
            <a:fillRect/>
          </a:stretch>
        </p:blipFill>
        <p:spPr>
          <a:xfrm>
            <a:off x="8200178" y="4621165"/>
            <a:ext cx="3400900" cy="1181265"/>
          </a:xfrm>
          <a:prstGeom prst="rect">
            <a:avLst/>
          </a:prstGeom>
        </p:spPr>
      </p:pic>
      <p:sp>
        <p:nvSpPr>
          <p:cNvPr id="27" name="Title 1">
            <a:extLst>
              <a:ext uri="{FF2B5EF4-FFF2-40B4-BE49-F238E27FC236}">
                <a16:creationId xmlns:a16="http://schemas.microsoft.com/office/drawing/2014/main" id="{451A6557-6B08-3EF3-1C5C-C414C87D13D9}"/>
              </a:ext>
            </a:extLst>
          </p:cNvPr>
          <p:cNvSpPr txBox="1">
            <a:spLocks/>
          </p:cNvSpPr>
          <p:nvPr/>
        </p:nvSpPr>
        <p:spPr>
          <a:xfrm>
            <a:off x="7027888" y="82415"/>
            <a:ext cx="5745481"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Certifications</a:t>
            </a:r>
          </a:p>
        </p:txBody>
      </p:sp>
      <p:pic>
        <p:nvPicPr>
          <p:cNvPr id="6" name="Picture 5">
            <a:extLst>
              <a:ext uri="{FF2B5EF4-FFF2-40B4-BE49-F238E27FC236}">
                <a16:creationId xmlns:a16="http://schemas.microsoft.com/office/drawing/2014/main" id="{1CA44460-E24F-9859-53C6-4904D2822606}"/>
              </a:ext>
            </a:extLst>
          </p:cNvPr>
          <p:cNvPicPr>
            <a:picLocks noChangeAspect="1"/>
          </p:cNvPicPr>
          <p:nvPr/>
        </p:nvPicPr>
        <p:blipFill>
          <a:blip r:embed="rId12"/>
          <a:stretch>
            <a:fillRect/>
          </a:stretch>
        </p:blipFill>
        <p:spPr>
          <a:xfrm>
            <a:off x="713437" y="4890157"/>
            <a:ext cx="1781424" cy="1333686"/>
          </a:xfrm>
          <a:prstGeom prst="rect">
            <a:avLst/>
          </a:prstGeom>
        </p:spPr>
      </p:pic>
      <p:sp>
        <p:nvSpPr>
          <p:cNvPr id="14" name="Title 1">
            <a:extLst>
              <a:ext uri="{FF2B5EF4-FFF2-40B4-BE49-F238E27FC236}">
                <a16:creationId xmlns:a16="http://schemas.microsoft.com/office/drawing/2014/main" id="{B01F70CA-45E5-20DB-98AE-89F5787F8725}"/>
              </a:ext>
            </a:extLst>
          </p:cNvPr>
          <p:cNvSpPr txBox="1">
            <a:spLocks/>
          </p:cNvSpPr>
          <p:nvPr/>
        </p:nvSpPr>
        <p:spPr>
          <a:xfrm>
            <a:off x="2631890" y="5056773"/>
            <a:ext cx="3142343" cy="1325563"/>
          </a:xfrm>
          <a:prstGeom prst="rect">
            <a:avLst/>
          </a:prstGeom>
        </p:spPr>
        <p:txBody>
          <a:bodyPr vert="horz" lIns="91440" tIns="45720" rIns="91440" bIns="45720" rtlCol="0" anchor="ctr">
            <a:normAutofit fontScale="9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ECE Engineering</a:t>
            </a:r>
          </a:p>
          <a:p>
            <a:r>
              <a:rPr lang="en-US" sz="1900" dirty="0"/>
              <a:t>                    ITM Gurgaon</a:t>
            </a:r>
          </a:p>
        </p:txBody>
      </p:sp>
    </p:spTree>
    <p:extLst>
      <p:ext uri="{BB962C8B-B14F-4D97-AF65-F5344CB8AC3E}">
        <p14:creationId xmlns:p14="http://schemas.microsoft.com/office/powerpoint/2010/main" val="32465292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descr="A group of people sitting in a lecture hall&#10;&#10;Description automatically generated with low confidence">
            <a:extLst>
              <a:ext uri="{FF2B5EF4-FFF2-40B4-BE49-F238E27FC236}">
                <a16:creationId xmlns:a16="http://schemas.microsoft.com/office/drawing/2014/main" id="{6E7BF42B-EB42-C2E6-7E62-77080347C0B2}"/>
              </a:ext>
            </a:extLst>
          </p:cNvPr>
          <p:cNvPicPr>
            <a:picLocks noChangeAspect="1"/>
          </p:cNvPicPr>
          <p:nvPr/>
        </p:nvPicPr>
        <p:blipFill rotWithShape="1">
          <a:blip r:embed="rId2"/>
          <a:srcRect l="18599" r="24892" b="2"/>
          <a:stretch/>
        </p:blipFill>
        <p:spPr>
          <a:xfrm>
            <a:off x="4166505" y="10"/>
            <a:ext cx="4444096" cy="3067040"/>
          </a:xfrm>
          <a:prstGeom prst="rect">
            <a:avLst/>
          </a:prstGeom>
        </p:spPr>
      </p:pic>
      <p:pic>
        <p:nvPicPr>
          <p:cNvPr id="11" name="Picture 10" descr="A presentation screen with a picture of data structures&#10;&#10;Description automatically generated">
            <a:extLst>
              <a:ext uri="{FF2B5EF4-FFF2-40B4-BE49-F238E27FC236}">
                <a16:creationId xmlns:a16="http://schemas.microsoft.com/office/drawing/2014/main" id="{5085391B-BF86-5CF1-E5B4-A44D3FBBE663}"/>
              </a:ext>
            </a:extLst>
          </p:cNvPr>
          <p:cNvPicPr>
            <a:picLocks noChangeAspect="1"/>
          </p:cNvPicPr>
          <p:nvPr/>
        </p:nvPicPr>
        <p:blipFill rotWithShape="1">
          <a:blip r:embed="rId3"/>
          <a:srcRect t="24842" r="2" b="27358"/>
          <a:stretch/>
        </p:blipFill>
        <p:spPr>
          <a:xfrm>
            <a:off x="-1" y="3790950"/>
            <a:ext cx="8305800" cy="3067051"/>
          </a:xfrm>
          <a:prstGeom prst="rect">
            <a:avLst/>
          </a:prstGeom>
        </p:spPr>
      </p:pic>
      <p:pic>
        <p:nvPicPr>
          <p:cNvPr id="6" name="Picture 5" descr="A group of people posing for a photo&#10;&#10;Description automatically generated">
            <a:extLst>
              <a:ext uri="{FF2B5EF4-FFF2-40B4-BE49-F238E27FC236}">
                <a16:creationId xmlns:a16="http://schemas.microsoft.com/office/drawing/2014/main" id="{E457E963-83BE-B51F-04FA-56A4575BB09F}"/>
              </a:ext>
            </a:extLst>
          </p:cNvPr>
          <p:cNvPicPr>
            <a:picLocks noChangeAspect="1"/>
          </p:cNvPicPr>
          <p:nvPr/>
        </p:nvPicPr>
        <p:blipFill rotWithShape="1">
          <a:blip r:embed="rId4"/>
          <a:srcRect l="9627" r="6374" b="-3"/>
          <a:stretch/>
        </p:blipFill>
        <p:spPr>
          <a:xfrm>
            <a:off x="1" y="2"/>
            <a:ext cx="5017099" cy="4718647"/>
          </a:xfrm>
          <a:custGeom>
            <a:avLst/>
            <a:gdLst/>
            <a:ahLst/>
            <a:cxnLst/>
            <a:rect l="l" t="t" r="r" b="b"/>
            <a:pathLst>
              <a:path w="5017099" h="4718647">
                <a:moveTo>
                  <a:pt x="0" y="0"/>
                </a:moveTo>
                <a:lnTo>
                  <a:pt x="4599738" y="0"/>
                </a:lnTo>
                <a:lnTo>
                  <a:pt x="4636346" y="60259"/>
                </a:lnTo>
                <a:cubicBezTo>
                  <a:pt x="4879170" y="507256"/>
                  <a:pt x="5017099" y="1019504"/>
                  <a:pt x="5017099" y="1563967"/>
                </a:cubicBezTo>
                <a:cubicBezTo>
                  <a:pt x="5017099" y="3306249"/>
                  <a:pt x="3604701" y="4718647"/>
                  <a:pt x="1862419" y="4718647"/>
                </a:cubicBezTo>
                <a:cubicBezTo>
                  <a:pt x="1209063" y="4718647"/>
                  <a:pt x="602098" y="4520029"/>
                  <a:pt x="98607" y="4179877"/>
                </a:cubicBezTo>
                <a:lnTo>
                  <a:pt x="0" y="4106140"/>
                </a:lnTo>
                <a:close/>
              </a:path>
            </a:pathLst>
          </a:custGeom>
        </p:spPr>
      </p:pic>
      <p:pic>
        <p:nvPicPr>
          <p:cNvPr id="7" name="Picture 6" descr="A screen shot of a presentation&#10;&#10;Description automatically generated">
            <a:extLst>
              <a:ext uri="{FF2B5EF4-FFF2-40B4-BE49-F238E27FC236}">
                <a16:creationId xmlns:a16="http://schemas.microsoft.com/office/drawing/2014/main" id="{4A3AFDA6-6818-524C-AF7E-294BC6D88BA3}"/>
              </a:ext>
            </a:extLst>
          </p:cNvPr>
          <p:cNvPicPr>
            <a:picLocks noChangeAspect="1"/>
          </p:cNvPicPr>
          <p:nvPr/>
        </p:nvPicPr>
        <p:blipFill rotWithShape="1">
          <a:blip r:embed="rId5"/>
          <a:srcRect l="18577" r="19291" b="-1"/>
          <a:stretch/>
        </p:blipFill>
        <p:spPr>
          <a:xfrm>
            <a:off x="6283728" y="1699213"/>
            <a:ext cx="5908273" cy="5158786"/>
          </a:xfrm>
          <a:custGeom>
            <a:avLst/>
            <a:gdLst/>
            <a:ahLst/>
            <a:cxnLst/>
            <a:rect l="l" t="t" r="r" b="b"/>
            <a:pathLst>
              <a:path w="5908273" h="5158786">
                <a:moveTo>
                  <a:pt x="3465576" y="0"/>
                </a:moveTo>
                <a:cubicBezTo>
                  <a:pt x="4302945" y="0"/>
                  <a:pt x="5070948" y="296984"/>
                  <a:pt x="5670004" y="791369"/>
                </a:cubicBezTo>
                <a:lnTo>
                  <a:pt x="5908273" y="1007923"/>
                </a:lnTo>
                <a:lnTo>
                  <a:pt x="5908273" y="5158786"/>
                </a:lnTo>
                <a:lnTo>
                  <a:pt x="443374" y="5158786"/>
                </a:lnTo>
                <a:lnTo>
                  <a:pt x="418277" y="5117476"/>
                </a:lnTo>
                <a:cubicBezTo>
                  <a:pt x="151523" y="4626427"/>
                  <a:pt x="0" y="4063697"/>
                  <a:pt x="0" y="3465576"/>
                </a:cubicBezTo>
                <a:cubicBezTo>
                  <a:pt x="0" y="1551591"/>
                  <a:pt x="1551591" y="0"/>
                  <a:pt x="3465576" y="0"/>
                </a:cubicBezTo>
                <a:close/>
              </a:path>
            </a:pathLst>
          </a:custGeom>
        </p:spPr>
      </p:pic>
      <p:pic>
        <p:nvPicPr>
          <p:cNvPr id="5" name="Picture 4" descr="A person standing at a podium&#10;&#10;Description automatically generated">
            <a:extLst>
              <a:ext uri="{FF2B5EF4-FFF2-40B4-BE49-F238E27FC236}">
                <a16:creationId xmlns:a16="http://schemas.microsoft.com/office/drawing/2014/main" id="{4185979B-C825-0447-3ED9-5A8482FF30E3}"/>
              </a:ext>
            </a:extLst>
          </p:cNvPr>
          <p:cNvPicPr>
            <a:picLocks noChangeAspect="1"/>
          </p:cNvPicPr>
          <p:nvPr/>
        </p:nvPicPr>
        <p:blipFill rotWithShape="1">
          <a:blip r:embed="rId6"/>
          <a:srcRect r="3" b="25002"/>
          <a:stretch/>
        </p:blipFill>
        <p:spPr>
          <a:xfrm>
            <a:off x="3287694" y="1853886"/>
            <a:ext cx="4297680" cy="4297680"/>
          </a:xfrm>
          <a:custGeom>
            <a:avLst/>
            <a:gdLst/>
            <a:ahLst/>
            <a:cxnLst/>
            <a:rect l="l" t="t" r="r" b="b"/>
            <a:pathLst>
              <a:path w="4297680" h="4297680">
                <a:moveTo>
                  <a:pt x="2148840" y="0"/>
                </a:moveTo>
                <a:cubicBezTo>
                  <a:pt x="3335612" y="0"/>
                  <a:pt x="4297680" y="962068"/>
                  <a:pt x="4297680" y="2148840"/>
                </a:cubicBezTo>
                <a:cubicBezTo>
                  <a:pt x="4297680" y="3335612"/>
                  <a:pt x="3335612" y="4297680"/>
                  <a:pt x="2148840" y="4297680"/>
                </a:cubicBezTo>
                <a:cubicBezTo>
                  <a:pt x="962068" y="4297680"/>
                  <a:pt x="0" y="3335612"/>
                  <a:pt x="0" y="2148840"/>
                </a:cubicBezTo>
                <a:cubicBezTo>
                  <a:pt x="0" y="962068"/>
                  <a:pt x="962068" y="0"/>
                  <a:pt x="2148840" y="0"/>
                </a:cubicBezTo>
                <a:close/>
              </a:path>
            </a:pathLst>
          </a:custGeom>
        </p:spPr>
      </p:pic>
      <p:pic>
        <p:nvPicPr>
          <p:cNvPr id="9" name="Picture 8" descr="A group of people sitting in a auditorium&#10;&#10;Description automatically generated with medium confidence">
            <a:extLst>
              <a:ext uri="{FF2B5EF4-FFF2-40B4-BE49-F238E27FC236}">
                <a16:creationId xmlns:a16="http://schemas.microsoft.com/office/drawing/2014/main" id="{8AC09DCA-8E1C-D88C-CD83-18F2D6B3404C}"/>
              </a:ext>
            </a:extLst>
          </p:cNvPr>
          <p:cNvPicPr>
            <a:picLocks noChangeAspect="1"/>
          </p:cNvPicPr>
          <p:nvPr/>
        </p:nvPicPr>
        <p:blipFill rotWithShape="1">
          <a:blip r:embed="rId7"/>
          <a:srcRect l="19623" r="22084" b="1"/>
          <a:stretch/>
        </p:blipFill>
        <p:spPr>
          <a:xfrm>
            <a:off x="7928700" y="-1"/>
            <a:ext cx="4277711" cy="3045402"/>
          </a:xfrm>
          <a:custGeom>
            <a:avLst/>
            <a:gdLst/>
            <a:ahLst/>
            <a:cxnLst/>
            <a:rect l="l" t="t" r="r" b="b"/>
            <a:pathLst>
              <a:path w="4277711" h="3045402">
                <a:moveTo>
                  <a:pt x="5102" y="0"/>
                </a:moveTo>
                <a:lnTo>
                  <a:pt x="4277711" y="0"/>
                </a:lnTo>
                <a:lnTo>
                  <a:pt x="4277711" y="2723810"/>
                </a:lnTo>
                <a:lnTo>
                  <a:pt x="4090449" y="2814019"/>
                </a:lnTo>
                <a:cubicBezTo>
                  <a:pt x="3738190" y="2963012"/>
                  <a:pt x="3350901" y="3045402"/>
                  <a:pt x="2944368" y="3045402"/>
                </a:cubicBezTo>
                <a:cubicBezTo>
                  <a:pt x="1318238" y="3045402"/>
                  <a:pt x="0" y="1727164"/>
                  <a:pt x="0" y="101034"/>
                </a:cubicBezTo>
                <a:close/>
              </a:path>
            </a:pathLst>
          </a:custGeom>
        </p:spPr>
      </p:pic>
    </p:spTree>
    <p:extLst>
      <p:ext uri="{BB962C8B-B14F-4D97-AF65-F5344CB8AC3E}">
        <p14:creationId xmlns:p14="http://schemas.microsoft.com/office/powerpoint/2010/main" val="28536909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oup of people sitting in a lecture hall&#10;&#10;Description automatically generated">
            <a:extLst>
              <a:ext uri="{FF2B5EF4-FFF2-40B4-BE49-F238E27FC236}">
                <a16:creationId xmlns:a16="http://schemas.microsoft.com/office/drawing/2014/main" id="{3A6A42E8-7525-348D-34CC-59A4AEC16E88}"/>
              </a:ext>
            </a:extLst>
          </p:cNvPr>
          <p:cNvPicPr>
            <a:picLocks noChangeAspect="1"/>
          </p:cNvPicPr>
          <p:nvPr/>
        </p:nvPicPr>
        <p:blipFill>
          <a:blip r:embed="rId2"/>
          <a:srcRect t="15730"/>
          <a:stretch/>
        </p:blipFill>
        <p:spPr>
          <a:xfrm>
            <a:off x="20" y="-2"/>
            <a:ext cx="12191980" cy="6858000"/>
          </a:xfrm>
          <a:prstGeom prst="rect">
            <a:avLst/>
          </a:prstGeom>
        </p:spPr>
      </p:pic>
      <p:pic>
        <p:nvPicPr>
          <p:cNvPr id="9" name="Picture 8" descr="A white paper with red text&#10;&#10;Description automatically generated">
            <a:extLst>
              <a:ext uri="{FF2B5EF4-FFF2-40B4-BE49-F238E27FC236}">
                <a16:creationId xmlns:a16="http://schemas.microsoft.com/office/drawing/2014/main" id="{50EFA589-2FDF-4430-FAE4-C1C39DCE344D}"/>
              </a:ext>
            </a:extLst>
          </p:cNvPr>
          <p:cNvPicPr>
            <a:picLocks noChangeAspect="1"/>
          </p:cNvPicPr>
          <p:nvPr/>
        </p:nvPicPr>
        <p:blipFill>
          <a:blip r:embed="rId3"/>
          <a:srcRect t="3951" b="45786"/>
          <a:stretch/>
        </p:blipFill>
        <p:spPr>
          <a:xfrm>
            <a:off x="20" y="823196"/>
            <a:ext cx="3694156" cy="2606040"/>
          </a:xfrm>
          <a:custGeom>
            <a:avLst/>
            <a:gdLst/>
            <a:ahLst/>
            <a:cxnLst/>
            <a:rect l="l" t="t" r="r" b="b"/>
            <a:pathLst>
              <a:path w="3694176" h="2606040">
                <a:moveTo>
                  <a:pt x="0" y="0"/>
                </a:moveTo>
                <a:lnTo>
                  <a:pt x="3578728" y="0"/>
                </a:lnTo>
                <a:cubicBezTo>
                  <a:pt x="3642488" y="0"/>
                  <a:pt x="3694176" y="51688"/>
                  <a:pt x="3694176" y="115448"/>
                </a:cubicBezTo>
                <a:lnTo>
                  <a:pt x="3694176" y="2490592"/>
                </a:lnTo>
                <a:cubicBezTo>
                  <a:pt x="3694176" y="2554352"/>
                  <a:pt x="3642488" y="2606040"/>
                  <a:pt x="3578728" y="2606040"/>
                </a:cubicBezTo>
                <a:lnTo>
                  <a:pt x="0" y="2606040"/>
                </a:lnTo>
                <a:close/>
              </a:path>
            </a:pathLst>
          </a:custGeom>
        </p:spPr>
      </p:pic>
      <p:pic>
        <p:nvPicPr>
          <p:cNvPr id="3" name="Picture 2">
            <a:extLst>
              <a:ext uri="{FF2B5EF4-FFF2-40B4-BE49-F238E27FC236}">
                <a16:creationId xmlns:a16="http://schemas.microsoft.com/office/drawing/2014/main" id="{72CCCEEC-FB2E-0C19-C39B-53C766EB0A9D}"/>
              </a:ext>
            </a:extLst>
          </p:cNvPr>
          <p:cNvPicPr>
            <a:picLocks noChangeAspect="1"/>
          </p:cNvPicPr>
          <p:nvPr/>
        </p:nvPicPr>
        <p:blipFill>
          <a:blip r:embed="rId4"/>
          <a:srcRect l="8242" r="11322" b="-1"/>
          <a:stretch/>
        </p:blipFill>
        <p:spPr>
          <a:xfrm>
            <a:off x="4320893" y="1"/>
            <a:ext cx="4005072" cy="2962656"/>
          </a:xfrm>
          <a:custGeom>
            <a:avLst/>
            <a:gdLst/>
            <a:ahLst/>
            <a:cxnLst/>
            <a:rect l="l" t="t" r="r" b="b"/>
            <a:pathLst>
              <a:path w="4005072" h="2962656">
                <a:moveTo>
                  <a:pt x="0" y="0"/>
                </a:moveTo>
                <a:lnTo>
                  <a:pt x="4005072" y="0"/>
                </a:lnTo>
                <a:lnTo>
                  <a:pt x="4005072" y="2867525"/>
                </a:lnTo>
                <a:cubicBezTo>
                  <a:pt x="4005072" y="2920064"/>
                  <a:pt x="3962480" y="2962656"/>
                  <a:pt x="3909941" y="2962656"/>
                </a:cubicBezTo>
                <a:lnTo>
                  <a:pt x="95131" y="2962656"/>
                </a:lnTo>
                <a:cubicBezTo>
                  <a:pt x="42592" y="2962656"/>
                  <a:pt x="0" y="2920064"/>
                  <a:pt x="0" y="2867525"/>
                </a:cubicBezTo>
                <a:close/>
              </a:path>
            </a:pathLst>
          </a:custGeom>
        </p:spPr>
      </p:pic>
      <p:pic>
        <p:nvPicPr>
          <p:cNvPr id="7" name="Picture 6" descr="A person sitting in a chair next to another person&#10;&#10;Description automatically generated">
            <a:extLst>
              <a:ext uri="{FF2B5EF4-FFF2-40B4-BE49-F238E27FC236}">
                <a16:creationId xmlns:a16="http://schemas.microsoft.com/office/drawing/2014/main" id="{C60D2ADC-F758-6398-945B-85CABDEBC319}"/>
              </a:ext>
            </a:extLst>
          </p:cNvPr>
          <p:cNvPicPr>
            <a:picLocks noChangeAspect="1"/>
          </p:cNvPicPr>
          <p:nvPr/>
        </p:nvPicPr>
        <p:blipFill>
          <a:blip r:embed="rId5"/>
          <a:srcRect l="28453" r="25198"/>
          <a:stretch/>
        </p:blipFill>
        <p:spPr>
          <a:xfrm>
            <a:off x="8945880" y="823849"/>
            <a:ext cx="3246120" cy="4727448"/>
          </a:xfrm>
          <a:custGeom>
            <a:avLst/>
            <a:gdLst/>
            <a:ahLst/>
            <a:cxnLst/>
            <a:rect l="l" t="t" r="r" b="b"/>
            <a:pathLst>
              <a:path w="3246120" h="4727448">
                <a:moveTo>
                  <a:pt x="75732" y="0"/>
                </a:moveTo>
                <a:lnTo>
                  <a:pt x="3246120" y="0"/>
                </a:lnTo>
                <a:lnTo>
                  <a:pt x="3246120" y="4727448"/>
                </a:lnTo>
                <a:lnTo>
                  <a:pt x="75732" y="4727448"/>
                </a:lnTo>
                <a:cubicBezTo>
                  <a:pt x="33906" y="4727448"/>
                  <a:pt x="0" y="4693542"/>
                  <a:pt x="0" y="4651716"/>
                </a:cubicBezTo>
                <a:lnTo>
                  <a:pt x="0" y="75732"/>
                </a:lnTo>
                <a:cubicBezTo>
                  <a:pt x="0" y="33906"/>
                  <a:pt x="33906" y="0"/>
                  <a:pt x="75732" y="0"/>
                </a:cubicBezTo>
                <a:close/>
              </a:path>
            </a:pathLst>
          </a:custGeom>
        </p:spPr>
      </p:pic>
    </p:spTree>
    <p:extLst>
      <p:ext uri="{BB962C8B-B14F-4D97-AF65-F5344CB8AC3E}">
        <p14:creationId xmlns:p14="http://schemas.microsoft.com/office/powerpoint/2010/main" val="17327999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5CCC3DD-FE74-E7C2-7286-777D6787210D}"/>
              </a:ext>
            </a:extLst>
          </p:cNvPr>
          <p:cNvPicPr>
            <a:picLocks noChangeAspect="1"/>
          </p:cNvPicPr>
          <p:nvPr/>
        </p:nvPicPr>
        <p:blipFill>
          <a:blip r:embed="rId2"/>
          <a:stretch>
            <a:fillRect/>
          </a:stretch>
        </p:blipFill>
        <p:spPr>
          <a:xfrm>
            <a:off x="135284" y="112206"/>
            <a:ext cx="5779133" cy="3717507"/>
          </a:xfrm>
          <a:prstGeom prst="rect">
            <a:avLst/>
          </a:prstGeom>
        </p:spPr>
      </p:pic>
      <p:pic>
        <p:nvPicPr>
          <p:cNvPr id="7" name="Picture 6">
            <a:extLst>
              <a:ext uri="{FF2B5EF4-FFF2-40B4-BE49-F238E27FC236}">
                <a16:creationId xmlns:a16="http://schemas.microsoft.com/office/drawing/2014/main" id="{87DA254C-C2AC-8F53-B2C2-AA0C918ED78E}"/>
              </a:ext>
            </a:extLst>
          </p:cNvPr>
          <p:cNvPicPr>
            <a:picLocks noChangeAspect="1"/>
          </p:cNvPicPr>
          <p:nvPr/>
        </p:nvPicPr>
        <p:blipFill>
          <a:blip r:embed="rId3"/>
          <a:stretch>
            <a:fillRect/>
          </a:stretch>
        </p:blipFill>
        <p:spPr>
          <a:xfrm>
            <a:off x="5048655" y="2066478"/>
            <a:ext cx="6932985" cy="4791522"/>
          </a:xfrm>
          <a:prstGeom prst="rect">
            <a:avLst/>
          </a:prstGeom>
        </p:spPr>
      </p:pic>
    </p:spTree>
    <p:extLst>
      <p:ext uri="{BB962C8B-B14F-4D97-AF65-F5344CB8AC3E}">
        <p14:creationId xmlns:p14="http://schemas.microsoft.com/office/powerpoint/2010/main" val="9278440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429E90-C402-E861-38B3-C6C8EA286A7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3E4FA5D-71BE-C742-1DD7-150A3B3FCD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747D9EC5-BFEE-312F-5DFF-DF045F8285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E534A4C-EBBA-46C6-F753-441D47C57D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648565C1-F791-FEF5-6A83-E1DDE4E2A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C0482A90-140D-A888-B58F-2B515C877B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814DEAF-A41E-4A88-B1E9-875313EB5CD8}"/>
              </a:ext>
            </a:extLst>
          </p:cNvPr>
          <p:cNvSpPr>
            <a:spLocks noGrp="1"/>
          </p:cNvSpPr>
          <p:nvPr>
            <p:ph type="title"/>
          </p:nvPr>
        </p:nvSpPr>
        <p:spPr>
          <a:xfrm>
            <a:off x="257697" y="278535"/>
            <a:ext cx="9895951" cy="1033669"/>
          </a:xfrm>
        </p:spPr>
        <p:txBody>
          <a:bodyPr>
            <a:normAutofit/>
          </a:bodyPr>
          <a:lstStyle/>
          <a:p>
            <a:r>
              <a:rPr lang="en-US" sz="4000" dirty="0">
                <a:solidFill>
                  <a:srgbClr val="FFFFFF"/>
                </a:solidFill>
              </a:rPr>
              <a:t>Business driven AI</a:t>
            </a:r>
          </a:p>
        </p:txBody>
      </p:sp>
      <p:sp>
        <p:nvSpPr>
          <p:cNvPr id="3" name="Content Placeholder 2">
            <a:extLst>
              <a:ext uri="{FF2B5EF4-FFF2-40B4-BE49-F238E27FC236}">
                <a16:creationId xmlns:a16="http://schemas.microsoft.com/office/drawing/2014/main" id="{B788A432-3066-FBA4-76E9-AC02B392812C}"/>
              </a:ext>
            </a:extLst>
          </p:cNvPr>
          <p:cNvSpPr>
            <a:spLocks noGrp="1"/>
          </p:cNvSpPr>
          <p:nvPr>
            <p:ph idx="1"/>
          </p:nvPr>
        </p:nvSpPr>
        <p:spPr>
          <a:xfrm>
            <a:off x="172720" y="1622744"/>
            <a:ext cx="12019275" cy="5235255"/>
          </a:xfrm>
        </p:spPr>
        <p:txBody>
          <a:bodyPr anchor="ctr">
            <a:normAutofit/>
          </a:bodyPr>
          <a:lstStyle/>
          <a:p>
            <a:pPr>
              <a:buFont typeface="Arial" panose="020B0604020202020204" pitchFamily="34" charset="0"/>
              <a:buChar char="•"/>
            </a:pPr>
            <a:r>
              <a:rPr lang="en-US" sz="2000" b="0" i="0" dirty="0">
                <a:effectLst/>
                <a:latin typeface="Google Sans"/>
              </a:rPr>
              <a:t>Successfully implemented GenAI tools and techniques to enhance:</a:t>
            </a:r>
          </a:p>
          <a:p>
            <a:pPr marL="742950" lvl="1" indent="-285750">
              <a:buFont typeface="Arial" panose="020B0604020202020204" pitchFamily="34" charset="0"/>
              <a:buChar char="•"/>
            </a:pPr>
            <a:r>
              <a:rPr lang="en-US" sz="2000" b="0" i="0" dirty="0">
                <a:effectLst/>
                <a:latin typeface="Google Sans"/>
              </a:rPr>
              <a:t>Business profitability by identifying and mitigating potential risks.</a:t>
            </a:r>
          </a:p>
          <a:p>
            <a:pPr marL="742950" lvl="1" indent="-285750">
              <a:buFont typeface="Arial" panose="020B0604020202020204" pitchFamily="34" charset="0"/>
              <a:buChar char="•"/>
            </a:pPr>
            <a:r>
              <a:rPr lang="en-US" sz="2000" b="0" i="0" dirty="0">
                <a:effectLst/>
                <a:latin typeface="Google Sans"/>
              </a:rPr>
              <a:t>Operational efficiency through automated anomaly detection and process optimization.</a:t>
            </a:r>
          </a:p>
          <a:p>
            <a:pPr marL="742950" lvl="1" indent="-285750">
              <a:buFont typeface="Arial" panose="020B0604020202020204" pitchFamily="34" charset="0"/>
              <a:buChar char="•"/>
            </a:pPr>
            <a:r>
              <a:rPr lang="en-US" sz="2000" b="0" i="0" dirty="0">
                <a:effectLst/>
                <a:latin typeface="Google Sans"/>
              </a:rPr>
              <a:t>Employee experience by improving service personalization and feedback analysis.</a:t>
            </a:r>
          </a:p>
          <a:p>
            <a:r>
              <a:rPr lang="en-US" sz="2000" b="0" i="0" dirty="0">
                <a:effectLst/>
                <a:latin typeface="Google Sans"/>
              </a:rPr>
              <a:t>II. Spearheading Generative AI in Networking:</a:t>
            </a:r>
          </a:p>
          <a:p>
            <a:pPr lvl="1"/>
            <a:r>
              <a:rPr lang="en-US" sz="2000" b="0" i="0" dirty="0">
                <a:effectLst/>
                <a:latin typeface="Google Sans"/>
              </a:rPr>
              <a:t>Currently driving research and development efforts in applying Generative AI (GenAI) to the networking domain.</a:t>
            </a:r>
          </a:p>
          <a:p>
            <a:pPr lvl="1"/>
            <a:r>
              <a:rPr lang="en-US" sz="2000" b="0" i="0" dirty="0">
                <a:effectLst/>
                <a:latin typeface="Google Sans"/>
              </a:rPr>
              <a:t>Successfully built and demonstrated proof-of-concept (POC) solutions for internal use cases.</a:t>
            </a:r>
          </a:p>
          <a:p>
            <a:r>
              <a:rPr lang="en-US" sz="2000" b="0" i="0" dirty="0">
                <a:effectLst/>
                <a:latin typeface="Google Sans"/>
              </a:rPr>
              <a:t>III. Fostering Knowledge Sharing and Community Engagement:</a:t>
            </a:r>
          </a:p>
          <a:p>
            <a:pPr lvl="1"/>
            <a:r>
              <a:rPr lang="en-US" sz="2000" b="0" i="0" dirty="0">
                <a:effectLst/>
                <a:latin typeface="Google Sans"/>
              </a:rPr>
              <a:t>Passionately contributing to knowledge dissemination through:</a:t>
            </a:r>
          </a:p>
          <a:p>
            <a:pPr marL="1200150" lvl="2" indent="-285750"/>
            <a:r>
              <a:rPr lang="en-US" b="0" i="0" dirty="0">
                <a:effectLst/>
                <a:latin typeface="Google Sans"/>
              </a:rPr>
              <a:t>Regular workshops and training sessions for college students, equipping them with cutting-edge skills in machine learning, cloud computing, and GenAI.</a:t>
            </a:r>
          </a:p>
          <a:p>
            <a:pPr marL="1200150" lvl="2" indent="-285750"/>
            <a:r>
              <a:rPr lang="en-US" b="0" i="0" dirty="0">
                <a:effectLst/>
                <a:latin typeface="Google Sans"/>
              </a:rPr>
              <a:t>Active participation in online sessions and engagement with industry groups and NGOs, promoting the responsible and impactful use of AI technologies.</a:t>
            </a:r>
          </a:p>
        </p:txBody>
      </p:sp>
    </p:spTree>
    <p:extLst>
      <p:ext uri="{BB962C8B-B14F-4D97-AF65-F5344CB8AC3E}">
        <p14:creationId xmlns:p14="http://schemas.microsoft.com/office/powerpoint/2010/main" val="24795850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B6A828B-5904-4BA9-53D1-36991623539F}"/>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6C4028FD-8BAA-4A19-BFDE-594D991B75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D16CE6D-4589-2C37-A217-465B4C3A23A8}"/>
              </a:ext>
            </a:extLst>
          </p:cNvPr>
          <p:cNvSpPr>
            <a:spLocks noGrp="1"/>
          </p:cNvSpPr>
          <p:nvPr>
            <p:ph type="title"/>
          </p:nvPr>
        </p:nvSpPr>
        <p:spPr>
          <a:xfrm>
            <a:off x="838200" y="556995"/>
            <a:ext cx="10515600" cy="1133693"/>
          </a:xfrm>
        </p:spPr>
        <p:txBody>
          <a:bodyPr>
            <a:normAutofit/>
          </a:bodyPr>
          <a:lstStyle/>
          <a:p>
            <a:r>
              <a:rPr lang="en-US" sz="5200"/>
              <a:t>AI(ML) Connection</a:t>
            </a:r>
          </a:p>
        </p:txBody>
      </p:sp>
      <p:graphicFrame>
        <p:nvGraphicFramePr>
          <p:cNvPr id="5" name="Content Placeholder 2">
            <a:extLst>
              <a:ext uri="{FF2B5EF4-FFF2-40B4-BE49-F238E27FC236}">
                <a16:creationId xmlns:a16="http://schemas.microsoft.com/office/drawing/2014/main" id="{C9B0A9CE-C981-F8B3-9FED-5236A4F6A965}"/>
              </a:ext>
            </a:extLst>
          </p:cNvPr>
          <p:cNvGraphicFramePr>
            <a:graphicFrameLocks noGrp="1"/>
          </p:cNvGraphicFramePr>
          <p:nvPr>
            <p:ph idx="1"/>
            <p:extLst>
              <p:ext uri="{D42A27DB-BD31-4B8C-83A1-F6EECF244321}">
                <p14:modId xmlns:p14="http://schemas.microsoft.com/office/powerpoint/2010/main" val="3150776088"/>
              </p:ext>
            </p:extLst>
          </p:nvPr>
        </p:nvGraphicFramePr>
        <p:xfrm>
          <a:off x="838199" y="1238865"/>
          <a:ext cx="11019503" cy="49380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701688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1BED928-7C2D-048C-C57B-516822573AA8}"/>
              </a:ext>
            </a:extLst>
          </p:cNvPr>
          <p:cNvSpPr>
            <a:spLocks noGrp="1"/>
          </p:cNvSpPr>
          <p:nvPr>
            <p:ph type="title"/>
          </p:nvPr>
        </p:nvSpPr>
        <p:spPr>
          <a:xfrm>
            <a:off x="686834" y="1153572"/>
            <a:ext cx="3200400" cy="4461163"/>
          </a:xfrm>
        </p:spPr>
        <p:txBody>
          <a:bodyPr>
            <a:normAutofit/>
          </a:bodyPr>
          <a:lstStyle/>
          <a:p>
            <a:r>
              <a:rPr lang="en-US" sz="4100" dirty="0">
                <a:solidFill>
                  <a:srgbClr val="FFFFFF"/>
                </a:solidFill>
              </a:rPr>
              <a:t>My </a:t>
            </a:r>
            <a:r>
              <a:rPr lang="en-US" sz="4100" dirty="0">
                <a:solidFill>
                  <a:schemeClr val="accent1"/>
                </a:solidFill>
                <a:highlight>
                  <a:srgbClr val="FFFF00"/>
                </a:highlight>
              </a:rPr>
              <a:t>Professional</a:t>
            </a:r>
            <a:br>
              <a:rPr lang="en-US" sz="4100" dirty="0">
                <a:solidFill>
                  <a:srgbClr val="FFFFFF"/>
                </a:solidFill>
              </a:rPr>
            </a:br>
            <a:r>
              <a:rPr lang="en-US" sz="4100" dirty="0">
                <a:solidFill>
                  <a:srgbClr val="FFFFFF"/>
                </a:solidFill>
              </a:rPr>
              <a:t>Role</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B7D065B6-B3FE-FE09-324C-D8FE15626855}"/>
              </a:ext>
            </a:extLst>
          </p:cNvPr>
          <p:cNvSpPr>
            <a:spLocks noGrp="1"/>
          </p:cNvSpPr>
          <p:nvPr>
            <p:ph idx="1"/>
          </p:nvPr>
        </p:nvSpPr>
        <p:spPr>
          <a:xfrm>
            <a:off x="4167272" y="235974"/>
            <a:ext cx="7466563" cy="6174658"/>
          </a:xfrm>
        </p:spPr>
        <p:txBody>
          <a:bodyPr anchor="ctr">
            <a:normAutofit/>
          </a:bodyPr>
          <a:lstStyle/>
          <a:p>
            <a:r>
              <a:rPr lang="en-US" sz="3600" dirty="0"/>
              <a:t>New Product Introduction (HW + SW)</a:t>
            </a:r>
          </a:p>
          <a:p>
            <a:pPr lvl="1"/>
            <a:r>
              <a:rPr lang="en-US" sz="3200" dirty="0">
                <a:latin typeface="+mj-lt"/>
              </a:rPr>
              <a:t>Manage Global NPI organization( spread across the world)</a:t>
            </a:r>
          </a:p>
          <a:p>
            <a:pPr lvl="1"/>
            <a:r>
              <a:rPr lang="en-US" sz="3200" dirty="0">
                <a:latin typeface="+mj-lt"/>
              </a:rPr>
              <a:t>Product serviceability Requirements </a:t>
            </a:r>
          </a:p>
          <a:p>
            <a:pPr lvl="1"/>
            <a:r>
              <a:rPr lang="en-US" sz="3200" dirty="0">
                <a:latin typeface="+mj-lt"/>
              </a:rPr>
              <a:t>Early Trial and Demos with Key customers </a:t>
            </a:r>
          </a:p>
          <a:p>
            <a:pPr lvl="1"/>
            <a:r>
              <a:rPr lang="en-US" sz="3200" dirty="0">
                <a:latin typeface="+mj-lt"/>
              </a:rPr>
              <a:t>Customer collateral ( MOPs and scripts) </a:t>
            </a:r>
          </a:p>
          <a:p>
            <a:pPr lvl="1"/>
            <a:r>
              <a:rPr lang="en-US" sz="3200" dirty="0">
                <a:latin typeface="+mj-lt"/>
              </a:rPr>
              <a:t>Customer Escalation support( via Regional teams) </a:t>
            </a:r>
          </a:p>
          <a:p>
            <a:pPr lvl="1"/>
            <a:r>
              <a:rPr lang="en-US" sz="3200" dirty="0">
                <a:latin typeface="+mj-lt"/>
              </a:rPr>
              <a:t>Customer Automation use cases  </a:t>
            </a:r>
          </a:p>
        </p:txBody>
      </p:sp>
    </p:spTree>
    <p:extLst>
      <p:ext uri="{BB962C8B-B14F-4D97-AF65-F5344CB8AC3E}">
        <p14:creationId xmlns:p14="http://schemas.microsoft.com/office/powerpoint/2010/main" val="35454682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AE2D1C-F21B-B805-0497-F82FED9A66A9}"/>
              </a:ext>
            </a:extLst>
          </p:cNvPr>
          <p:cNvSpPr>
            <a:spLocks noGrp="1"/>
          </p:cNvSpPr>
          <p:nvPr>
            <p:ph type="title"/>
          </p:nvPr>
        </p:nvSpPr>
        <p:spPr/>
        <p:txBody>
          <a:bodyPr/>
          <a:lstStyle/>
          <a:p>
            <a:r>
              <a:rPr lang="en-US"/>
              <a:t>Session Flow (for the Audience)  </a:t>
            </a:r>
            <a:endParaRPr lang="en-US" dirty="0"/>
          </a:p>
        </p:txBody>
      </p:sp>
      <p:sp>
        <p:nvSpPr>
          <p:cNvPr id="3" name="Content Placeholder 2">
            <a:extLst>
              <a:ext uri="{FF2B5EF4-FFF2-40B4-BE49-F238E27FC236}">
                <a16:creationId xmlns:a16="http://schemas.microsoft.com/office/drawing/2014/main" id="{5E98F21C-6028-03BF-5873-1FF9C7DF253A}"/>
              </a:ext>
            </a:extLst>
          </p:cNvPr>
          <p:cNvSpPr>
            <a:spLocks noGrp="1"/>
          </p:cNvSpPr>
          <p:nvPr>
            <p:ph idx="1"/>
          </p:nvPr>
        </p:nvSpPr>
        <p:spPr/>
        <p:txBody>
          <a:bodyPr>
            <a:normAutofit fontScale="70000" lnSpcReduction="20000"/>
          </a:bodyPr>
          <a:lstStyle/>
          <a:p>
            <a:r>
              <a:rPr lang="en-US"/>
              <a:t>Evolution of AI </a:t>
            </a:r>
          </a:p>
          <a:p>
            <a:pPr lvl="1"/>
            <a:r>
              <a:rPr lang="en-US"/>
              <a:t>Excel based -&gt; ML models -&gt; LLM -&gt; Agents -&gt; General Intelligence </a:t>
            </a:r>
          </a:p>
          <a:p>
            <a:r>
              <a:rPr lang="en-US"/>
              <a:t>Difference between ML models and GenAI </a:t>
            </a:r>
          </a:p>
          <a:p>
            <a:pPr lvl="1"/>
            <a:r>
              <a:rPr lang="en-US"/>
              <a:t>Emphasize use case where ML is still relevant </a:t>
            </a:r>
          </a:p>
          <a:p>
            <a:r>
              <a:rPr lang="en-US"/>
              <a:t>LLMs @ work – end user</a:t>
            </a:r>
          </a:p>
          <a:p>
            <a:pPr lvl="1"/>
            <a:r>
              <a:rPr lang="en-US"/>
              <a:t>Multiple ways to harness GenAI ( co-pilot(integrated), gemini, ChatGPT, OpenAI </a:t>
            </a:r>
          </a:p>
          <a:p>
            <a:r>
              <a:rPr lang="en-US"/>
              <a:t>Prompt engineering </a:t>
            </a:r>
          </a:p>
          <a:p>
            <a:pPr lvl="1"/>
            <a:r>
              <a:rPr lang="en-US"/>
              <a:t>Types of prompts </a:t>
            </a:r>
          </a:p>
          <a:p>
            <a:pPr lvl="1"/>
            <a:r>
              <a:rPr lang="en-US"/>
              <a:t>Use Cases – PMO, Deep Research </a:t>
            </a:r>
          </a:p>
          <a:p>
            <a:pPr lvl="1"/>
            <a:r>
              <a:rPr lang="en-US"/>
              <a:t>Prompts from prompts trick </a:t>
            </a:r>
          </a:p>
          <a:p>
            <a:pPr lvl="1"/>
            <a:r>
              <a:rPr lang="en-US"/>
              <a:t>Programmatic prompts  </a:t>
            </a:r>
          </a:p>
          <a:p>
            <a:r>
              <a:rPr lang="en-US"/>
              <a:t>LLM @ work – Advance use cases</a:t>
            </a:r>
          </a:p>
          <a:p>
            <a:pPr lvl="1"/>
            <a:r>
              <a:rPr lang="en-US"/>
              <a:t>RAG based (key concepts Vector embedding, Vector similarity) </a:t>
            </a:r>
          </a:p>
          <a:p>
            <a:pPr lvl="1"/>
            <a:r>
              <a:rPr lang="en-US"/>
              <a:t>Limitations </a:t>
            </a:r>
          </a:p>
          <a:p>
            <a:r>
              <a:rPr lang="en-US"/>
              <a:t>RAG Vs Fine tuning </a:t>
            </a:r>
          </a:p>
          <a:p>
            <a:endParaRPr lang="en-US"/>
          </a:p>
          <a:p>
            <a:pPr lvl="1"/>
            <a:endParaRPr lang="en-US" dirty="0"/>
          </a:p>
        </p:txBody>
      </p:sp>
    </p:spTree>
    <p:extLst>
      <p:ext uri="{BB962C8B-B14F-4D97-AF65-F5344CB8AC3E}">
        <p14:creationId xmlns:p14="http://schemas.microsoft.com/office/powerpoint/2010/main" val="25876850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alpha val="24000"/>
          </a:schemeClr>
        </a:solidFill>
        <a:effectLst/>
      </p:bgPr>
    </p:bg>
    <p:spTree>
      <p:nvGrpSpPr>
        <p:cNvPr id="1" name="">
          <a:extLst>
            <a:ext uri="{FF2B5EF4-FFF2-40B4-BE49-F238E27FC236}">
              <a16:creationId xmlns:a16="http://schemas.microsoft.com/office/drawing/2014/main" id="{2B733492-9B5B-C6BE-14F7-A28564024F47}"/>
            </a:ext>
          </a:extLst>
        </p:cNvPr>
        <p:cNvGrpSpPr/>
        <p:nvPr/>
      </p:nvGrpSpPr>
      <p:grpSpPr>
        <a:xfrm>
          <a:off x="0" y="0"/>
          <a:ext cx="0" cy="0"/>
          <a:chOff x="0" y="0"/>
          <a:chExt cx="0" cy="0"/>
        </a:xfrm>
      </p:grpSpPr>
      <p:cxnSp>
        <p:nvCxnSpPr>
          <p:cNvPr id="8" name="Straight Arrow Connector 7">
            <a:extLst>
              <a:ext uri="{FF2B5EF4-FFF2-40B4-BE49-F238E27FC236}">
                <a16:creationId xmlns:a16="http://schemas.microsoft.com/office/drawing/2014/main" id="{962174CA-E6B4-E83E-DAF4-3E3AFE20EB3E}"/>
              </a:ext>
            </a:extLst>
          </p:cNvPr>
          <p:cNvCxnSpPr/>
          <p:nvPr/>
        </p:nvCxnSpPr>
        <p:spPr>
          <a:xfrm>
            <a:off x="167405" y="2007909"/>
            <a:ext cx="106545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useBgFill="1">
        <p:nvSpPr>
          <p:cNvPr id="18" name="Rectangle 17">
            <a:extLst>
              <a:ext uri="{FF2B5EF4-FFF2-40B4-BE49-F238E27FC236}">
                <a16:creationId xmlns:a16="http://schemas.microsoft.com/office/drawing/2014/main" id="{738F59A4-4431-460D-8E49-6E65C189A5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19">
            <a:extLst>
              <a:ext uri="{FF2B5EF4-FFF2-40B4-BE49-F238E27FC236}">
                <a16:creationId xmlns:a16="http://schemas.microsoft.com/office/drawing/2014/main" id="{8A919B9C-5C01-47E4-B2F2-45F589208AB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92000" cy="6858000"/>
            <a:chOff x="0" y="0"/>
            <a:chExt cx="12192000" cy="6858000"/>
          </a:xfrm>
        </p:grpSpPr>
        <p:sp>
          <p:nvSpPr>
            <p:cNvPr id="21" name="Rectangle 20">
              <a:extLst>
                <a:ext uri="{FF2B5EF4-FFF2-40B4-BE49-F238E27FC236}">
                  <a16:creationId xmlns:a16="http://schemas.microsoft.com/office/drawing/2014/main" id="{E85A82CE-D835-4542-BE8D-62A8F5A943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063D7EF0-3AC8-4029-B55D-EBDD733D3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4">
                <a:lumMod val="75000"/>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E8AEF95E-373C-D907-B82E-A1BF28B23199}"/>
              </a:ext>
            </a:extLst>
          </p:cNvPr>
          <p:cNvSpPr>
            <a:spLocks noGrp="1"/>
          </p:cNvSpPr>
          <p:nvPr>
            <p:ph type="title"/>
          </p:nvPr>
        </p:nvSpPr>
        <p:spPr>
          <a:xfrm>
            <a:off x="75414" y="-265956"/>
            <a:ext cx="10922869" cy="877955"/>
          </a:xfrm>
        </p:spPr>
        <p:txBody>
          <a:bodyPr vert="horz" lIns="91440" tIns="45720" rIns="91440" bIns="45720" rtlCol="0" anchor="b">
            <a:normAutofit/>
          </a:bodyPr>
          <a:lstStyle/>
          <a:p>
            <a:r>
              <a:rPr lang="en-US" sz="2100" b="1" dirty="0">
                <a:solidFill>
                  <a:schemeClr val="accent1"/>
                </a:solidFill>
              </a:rPr>
              <a:t>Session Flow (for the Audience)  </a:t>
            </a:r>
          </a:p>
        </p:txBody>
      </p:sp>
      <p:graphicFrame>
        <p:nvGraphicFramePr>
          <p:cNvPr id="5" name="Content Placeholder 2">
            <a:extLst>
              <a:ext uri="{FF2B5EF4-FFF2-40B4-BE49-F238E27FC236}">
                <a16:creationId xmlns:a16="http://schemas.microsoft.com/office/drawing/2014/main" id="{AFE4533D-6F56-29CC-BDF5-1CE958193D70}"/>
              </a:ext>
            </a:extLst>
          </p:cNvPr>
          <p:cNvGraphicFramePr>
            <a:graphicFrameLocks noGrp="1"/>
          </p:cNvGraphicFramePr>
          <p:nvPr>
            <p:ph idx="1"/>
            <p:extLst>
              <p:ext uri="{D42A27DB-BD31-4B8C-83A1-F6EECF244321}">
                <p14:modId xmlns:p14="http://schemas.microsoft.com/office/powerpoint/2010/main" val="923169778"/>
              </p:ext>
            </p:extLst>
          </p:nvPr>
        </p:nvGraphicFramePr>
        <p:xfrm>
          <a:off x="75414" y="782425"/>
          <a:ext cx="11949181" cy="597592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Multiplication Sign 3">
            <a:extLst>
              <a:ext uri="{FF2B5EF4-FFF2-40B4-BE49-F238E27FC236}">
                <a16:creationId xmlns:a16="http://schemas.microsoft.com/office/drawing/2014/main" id="{46DC7FA1-CF50-5604-7D92-685B993E7AD6}"/>
              </a:ext>
            </a:extLst>
          </p:cNvPr>
          <p:cNvSpPr/>
          <p:nvPr/>
        </p:nvSpPr>
        <p:spPr>
          <a:xfrm>
            <a:off x="1945671" y="1224741"/>
            <a:ext cx="627846" cy="400952"/>
          </a:xfrm>
          <a:prstGeom prst="mathMultiply">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37F4569-C0EB-1E02-6D79-019EBB8C70B3}"/>
              </a:ext>
            </a:extLst>
          </p:cNvPr>
          <p:cNvSpPr txBox="1"/>
          <p:nvPr/>
        </p:nvSpPr>
        <p:spPr>
          <a:xfrm>
            <a:off x="9492793" y="6161842"/>
            <a:ext cx="2100960" cy="646331"/>
          </a:xfrm>
          <a:prstGeom prst="rect">
            <a:avLst/>
          </a:prstGeom>
          <a:noFill/>
        </p:spPr>
        <p:txBody>
          <a:bodyPr wrap="none" rtlCol="0">
            <a:spAutoFit/>
          </a:bodyPr>
          <a:lstStyle/>
          <a:p>
            <a:r>
              <a:rPr lang="en-US" sz="1200" b="1" dirty="0">
                <a:solidFill>
                  <a:schemeClr val="accent1"/>
                </a:solidFill>
                <a:latin typeface="Aptos" panose="020B0004020202020204" pitchFamily="34" charset="0"/>
              </a:rPr>
              <a:t>Reference: </a:t>
            </a:r>
          </a:p>
          <a:p>
            <a:pPr marL="285750" indent="-285750">
              <a:buFont typeface="Arial" panose="020B0604020202020204" pitchFamily="34" charset="0"/>
              <a:buChar char="•"/>
            </a:pPr>
            <a:r>
              <a:rPr lang="en-US" sz="1200" b="1" dirty="0">
                <a:solidFill>
                  <a:schemeClr val="accent1"/>
                </a:solidFill>
                <a:latin typeface="Aptos" panose="020B0004020202020204" pitchFamily="34" charset="0"/>
              </a:rPr>
              <a:t>Important Whitepapers</a:t>
            </a:r>
          </a:p>
          <a:p>
            <a:endParaRPr lang="en-US" sz="1200" b="1" dirty="0">
              <a:solidFill>
                <a:schemeClr val="accent1"/>
              </a:solidFill>
              <a:latin typeface="Aptos" panose="020B0004020202020204" pitchFamily="34" charset="0"/>
            </a:endParaRPr>
          </a:p>
        </p:txBody>
      </p:sp>
      <p:sp>
        <p:nvSpPr>
          <p:cNvPr id="10" name="Multiplication Sign 9">
            <a:extLst>
              <a:ext uri="{FF2B5EF4-FFF2-40B4-BE49-F238E27FC236}">
                <a16:creationId xmlns:a16="http://schemas.microsoft.com/office/drawing/2014/main" id="{49444C35-5E91-4B24-21D6-69799EE437BF}"/>
              </a:ext>
            </a:extLst>
          </p:cNvPr>
          <p:cNvSpPr/>
          <p:nvPr/>
        </p:nvSpPr>
        <p:spPr>
          <a:xfrm>
            <a:off x="8046384" y="1290655"/>
            <a:ext cx="627846" cy="400952"/>
          </a:xfrm>
          <a:prstGeom prst="mathMultiply">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739779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0520AB-00A2-55E5-AB22-7DEBD91B853E}"/>
              </a:ext>
            </a:extLst>
          </p:cNvPr>
          <p:cNvSpPr>
            <a:spLocks noGrp="1"/>
          </p:cNvSpPr>
          <p:nvPr>
            <p:ph type="title"/>
          </p:nvPr>
        </p:nvSpPr>
        <p:spPr>
          <a:xfrm>
            <a:off x="841248" y="256032"/>
            <a:ext cx="10506456" cy="1014984"/>
          </a:xfrm>
        </p:spPr>
        <p:txBody>
          <a:bodyPr anchor="b">
            <a:normAutofit/>
          </a:bodyPr>
          <a:lstStyle/>
          <a:p>
            <a:br>
              <a:rPr lang="en-US" sz="2100" dirty="0"/>
            </a:br>
            <a:r>
              <a:rPr lang="en-US" sz="2100" b="1" dirty="0">
                <a:solidFill>
                  <a:schemeClr val="accent1"/>
                </a:solidFill>
              </a:rPr>
              <a:t>The AI-Augmented Product Delivery Loop: Using Prompt Engineering &amp; RAG for Accelerated Dev and Delivery</a:t>
            </a:r>
          </a:p>
        </p:txBody>
      </p:sp>
      <p:sp>
        <p:nvSpPr>
          <p:cNvPr id="11"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5" name="Content Placeholder 2">
            <a:extLst>
              <a:ext uri="{FF2B5EF4-FFF2-40B4-BE49-F238E27FC236}">
                <a16:creationId xmlns:a16="http://schemas.microsoft.com/office/drawing/2014/main" id="{24DF8904-60CF-6614-EED0-1D3BF308E8CD}"/>
              </a:ext>
            </a:extLst>
          </p:cNvPr>
          <p:cNvGraphicFramePr>
            <a:graphicFrameLocks noGrp="1"/>
          </p:cNvGraphicFramePr>
          <p:nvPr>
            <p:ph idx="1"/>
            <p:extLst>
              <p:ext uri="{D42A27DB-BD31-4B8C-83A1-F6EECF244321}">
                <p14:modId xmlns:p14="http://schemas.microsoft.com/office/powerpoint/2010/main" val="2384813321"/>
              </p:ext>
            </p:extLst>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5935410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529F67E-1562-2018-61DB-403674D99D9D}"/>
              </a:ext>
            </a:extLst>
          </p:cNvPr>
          <p:cNvSpPr>
            <a:spLocks noGrp="1"/>
          </p:cNvSpPr>
          <p:nvPr>
            <p:ph type="title"/>
          </p:nvPr>
        </p:nvSpPr>
        <p:spPr>
          <a:xfrm>
            <a:off x="686834" y="1153572"/>
            <a:ext cx="3200400" cy="4461163"/>
          </a:xfrm>
        </p:spPr>
        <p:txBody>
          <a:bodyPr>
            <a:normAutofit/>
          </a:bodyPr>
          <a:lstStyle/>
          <a:p>
            <a:r>
              <a:rPr lang="en-US">
                <a:solidFill>
                  <a:srgbClr val="FFFFFF"/>
                </a:solidFill>
              </a:rPr>
              <a:t>Key Takeaways</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3BDE984B-AB59-AE04-E8A8-0F96F4B00B15}"/>
              </a:ext>
            </a:extLst>
          </p:cNvPr>
          <p:cNvSpPr>
            <a:spLocks noGrp="1"/>
          </p:cNvSpPr>
          <p:nvPr>
            <p:ph idx="1"/>
          </p:nvPr>
        </p:nvSpPr>
        <p:spPr>
          <a:xfrm>
            <a:off x="4447308" y="591344"/>
            <a:ext cx="6906491" cy="5585619"/>
          </a:xfrm>
        </p:spPr>
        <p:txBody>
          <a:bodyPr anchor="ctr">
            <a:normAutofit/>
          </a:bodyPr>
          <a:lstStyle/>
          <a:p>
            <a:r>
              <a:rPr lang="en-US" sz="1800" dirty="0"/>
              <a:t>Quantify RAG ROI: Identify two high-effort, documentation-heavy tasks and Operational efficiency by implementing a RAG solution.</a:t>
            </a:r>
          </a:p>
          <a:p>
            <a:endParaRPr lang="en-US" sz="1800" dirty="0"/>
          </a:p>
          <a:p>
            <a:r>
              <a:rPr lang="en-US" sz="1800" dirty="0"/>
              <a:t>Apply the Golden Prompt Blueprint: Formulate a structured, three-part prompt (Context, Constraint, Validation) designed to reduce AI hallucination </a:t>
            </a:r>
          </a:p>
          <a:p>
            <a:endParaRPr lang="en-US" sz="1800" dirty="0"/>
          </a:p>
          <a:p>
            <a:r>
              <a:rPr lang="en-US" sz="1800" dirty="0"/>
              <a:t>Define Agile AI Ownership: List the top two new </a:t>
            </a:r>
            <a:r>
              <a:rPr lang="en-US" sz="1800" dirty="0" err="1"/>
              <a:t>MLOps</a:t>
            </a:r>
            <a:r>
              <a:rPr lang="en-US" sz="1800" dirty="0"/>
              <a:t> metrics (e.g., Data Freshness, Vector Drift) and define the Agile team owner responsible for maintaining these quality guardrails.</a:t>
            </a:r>
          </a:p>
          <a:p>
            <a:endParaRPr lang="en-US" sz="1800" dirty="0"/>
          </a:p>
          <a:p>
            <a:r>
              <a:rPr lang="en-US" sz="1800" dirty="0"/>
              <a:t>Accelerate Product Delivery: Design a streamlined AI-assisted workflow for User Story creation, test plan development, automation, summary and </a:t>
            </a:r>
            <a:r>
              <a:rPr lang="en-US" sz="1800" dirty="0" err="1"/>
              <a:t>fied</a:t>
            </a:r>
            <a:r>
              <a:rPr lang="en-US" sz="1800" dirty="0"/>
              <a:t> on boarding  </a:t>
            </a:r>
          </a:p>
          <a:p>
            <a:endParaRPr lang="en-US" sz="1800" dirty="0"/>
          </a:p>
          <a:p>
            <a:r>
              <a:rPr lang="en-US" sz="1800" dirty="0"/>
              <a:t>Shift Human Skillset: Articulate how the human engineering role shifts from data compilation to Prompt Strategy and critical output validation, defining the new high-value skills for the team.</a:t>
            </a:r>
          </a:p>
          <a:p>
            <a:endParaRPr lang="en-US" sz="1800" dirty="0"/>
          </a:p>
          <a:p>
            <a:endParaRPr lang="en-US" sz="1800" dirty="0"/>
          </a:p>
        </p:txBody>
      </p:sp>
    </p:spTree>
    <p:extLst>
      <p:ext uri="{BB962C8B-B14F-4D97-AF65-F5344CB8AC3E}">
        <p14:creationId xmlns:p14="http://schemas.microsoft.com/office/powerpoint/2010/main" val="33276075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449A441-E10C-6DB1-FC55-99F009881170}"/>
              </a:ext>
            </a:extLst>
          </p:cNvPr>
          <p:cNvSpPr/>
          <p:nvPr/>
        </p:nvSpPr>
        <p:spPr>
          <a:xfrm>
            <a:off x="2548204" y="1980364"/>
            <a:ext cx="6436139" cy="2215991"/>
          </a:xfrm>
          <a:prstGeom prst="rect">
            <a:avLst/>
          </a:prstGeom>
          <a:noFill/>
        </p:spPr>
        <p:txBody>
          <a:bodyPr wrap="square" lIns="91440" tIns="45720" rIns="91440" bIns="45720">
            <a:spAutoFit/>
          </a:bodyPr>
          <a:lstStyle/>
          <a:p>
            <a:pPr algn="ctr"/>
            <a:r>
              <a:rPr lang="en-US" sz="13800" b="1" cap="none" spc="0" dirty="0">
                <a:ln w="22225">
                  <a:solidFill>
                    <a:schemeClr val="accent2"/>
                  </a:solidFill>
                  <a:prstDash val="solid"/>
                </a:ln>
                <a:solidFill>
                  <a:schemeClr val="accent2">
                    <a:lumMod val="40000"/>
                    <a:lumOff val="60000"/>
                  </a:schemeClr>
                </a:solidFill>
                <a:effectLst/>
              </a:rPr>
              <a:t>Back up</a:t>
            </a:r>
          </a:p>
        </p:txBody>
      </p:sp>
    </p:spTree>
    <p:extLst>
      <p:ext uri="{BB962C8B-B14F-4D97-AF65-F5344CB8AC3E}">
        <p14:creationId xmlns:p14="http://schemas.microsoft.com/office/powerpoint/2010/main" val="15922096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D51310-829B-ECD4-DCB4-A9F1B284B381}"/>
              </a:ext>
            </a:extLst>
          </p:cNvPr>
          <p:cNvSpPr>
            <a:spLocks noGrp="1"/>
          </p:cNvSpPr>
          <p:nvPr>
            <p:ph type="title"/>
          </p:nvPr>
        </p:nvSpPr>
        <p:spPr/>
        <p:txBody>
          <a:bodyPr/>
          <a:lstStyle/>
          <a:p>
            <a:r>
              <a:rPr lang="en-US" dirty="0"/>
              <a:t>Contacts</a:t>
            </a:r>
          </a:p>
        </p:txBody>
      </p:sp>
      <p:sp>
        <p:nvSpPr>
          <p:cNvPr id="3" name="Content Placeholder 2">
            <a:extLst>
              <a:ext uri="{FF2B5EF4-FFF2-40B4-BE49-F238E27FC236}">
                <a16:creationId xmlns:a16="http://schemas.microsoft.com/office/drawing/2014/main" id="{88D6C766-2A7E-E8B4-64A4-43020A33C197}"/>
              </a:ext>
            </a:extLst>
          </p:cNvPr>
          <p:cNvSpPr>
            <a:spLocks noGrp="1"/>
          </p:cNvSpPr>
          <p:nvPr>
            <p:ph idx="1"/>
          </p:nvPr>
        </p:nvSpPr>
        <p:spPr/>
        <p:txBody>
          <a:bodyPr/>
          <a:lstStyle/>
          <a:p>
            <a:r>
              <a:rPr lang="en-US" u="sng" dirty="0">
                <a:hlinkClick r:id="rId2"/>
              </a:rPr>
              <a:t>community@agilenetworkindia.com</a:t>
            </a:r>
            <a:r>
              <a:rPr lang="en-US" dirty="0"/>
              <a:t> </a:t>
            </a:r>
          </a:p>
        </p:txBody>
      </p:sp>
    </p:spTree>
    <p:extLst>
      <p:ext uri="{BB962C8B-B14F-4D97-AF65-F5344CB8AC3E}">
        <p14:creationId xmlns:p14="http://schemas.microsoft.com/office/powerpoint/2010/main" val="11104855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2C73E9-CC76-8F13-6A23-5EC044B4CF5F}"/>
              </a:ext>
            </a:extLst>
          </p:cNvPr>
          <p:cNvSpPr>
            <a:spLocks noGrp="1"/>
          </p:cNvSpPr>
          <p:nvPr>
            <p:ph type="title"/>
          </p:nvPr>
        </p:nvSpPr>
        <p:spPr/>
        <p:txBody>
          <a:bodyPr/>
          <a:lstStyle/>
          <a:p>
            <a:r>
              <a:rPr lang="en-US" dirty="0"/>
              <a:t>Value to participants</a:t>
            </a:r>
          </a:p>
        </p:txBody>
      </p:sp>
      <p:sp>
        <p:nvSpPr>
          <p:cNvPr id="3" name="Content Placeholder 2">
            <a:extLst>
              <a:ext uri="{FF2B5EF4-FFF2-40B4-BE49-F238E27FC236}">
                <a16:creationId xmlns:a16="http://schemas.microsoft.com/office/drawing/2014/main" id="{DA38E575-C3B6-DFF5-BDC1-91066147390D}"/>
              </a:ext>
            </a:extLst>
          </p:cNvPr>
          <p:cNvSpPr>
            <a:spLocks noGrp="1"/>
          </p:cNvSpPr>
          <p:nvPr>
            <p:ph idx="1"/>
          </p:nvPr>
        </p:nvSpPr>
        <p:spPr/>
        <p:txBody>
          <a:bodyPr/>
          <a:lstStyle/>
          <a:p>
            <a:r>
              <a:rPr lang="en-US" dirty="0"/>
              <a:t>Participants will understand application of GenAI in product development and customer adoption. Participants will understand how AI can help in different phases of product lifecycle and role of humans at those steps. They will also understand limitations of GenAI based solutions( cost, accuracy and drift)</a:t>
            </a:r>
          </a:p>
        </p:txBody>
      </p:sp>
    </p:spTree>
    <p:extLst>
      <p:ext uri="{BB962C8B-B14F-4D97-AF65-F5344CB8AC3E}">
        <p14:creationId xmlns:p14="http://schemas.microsoft.com/office/powerpoint/2010/main" val="28210279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93FB-44EE-3ED0-06B0-FC1E522EACD3}"/>
              </a:ext>
            </a:extLst>
          </p:cNvPr>
          <p:cNvSpPr>
            <a:spLocks noGrp="1"/>
          </p:cNvSpPr>
          <p:nvPr>
            <p:ph type="title"/>
          </p:nvPr>
        </p:nvSpPr>
        <p:spPr>
          <a:xfrm>
            <a:off x="460828" y="154894"/>
            <a:ext cx="10515600" cy="1325563"/>
          </a:xfrm>
        </p:spPr>
        <p:txBody>
          <a:bodyPr/>
          <a:lstStyle/>
          <a:p>
            <a:r>
              <a:rPr lang="en-US" dirty="0"/>
              <a:t>Delivery Plan</a:t>
            </a:r>
          </a:p>
        </p:txBody>
      </p:sp>
      <p:sp>
        <p:nvSpPr>
          <p:cNvPr id="3" name="Content Placeholder 2">
            <a:extLst>
              <a:ext uri="{FF2B5EF4-FFF2-40B4-BE49-F238E27FC236}">
                <a16:creationId xmlns:a16="http://schemas.microsoft.com/office/drawing/2014/main" id="{6AC94482-23ED-D4BD-5C1C-69E59A4826FB}"/>
              </a:ext>
            </a:extLst>
          </p:cNvPr>
          <p:cNvSpPr>
            <a:spLocks noGrp="1"/>
          </p:cNvSpPr>
          <p:nvPr>
            <p:ph idx="1"/>
          </p:nvPr>
        </p:nvSpPr>
        <p:spPr>
          <a:xfrm>
            <a:off x="838200" y="1480457"/>
            <a:ext cx="10515600" cy="4696506"/>
          </a:xfrm>
        </p:spPr>
        <p:txBody>
          <a:bodyPr/>
          <a:lstStyle/>
          <a:p>
            <a:pPr>
              <a:buFontTx/>
              <a:buChar char="-"/>
            </a:pPr>
            <a:r>
              <a:rPr lang="en-US" dirty="0"/>
              <a:t>Self Introduction  - 2 mins</a:t>
            </a:r>
          </a:p>
          <a:p>
            <a:pPr>
              <a:buFontTx/>
              <a:buChar char="-"/>
            </a:pPr>
            <a:r>
              <a:rPr lang="en-US" dirty="0"/>
              <a:t>Introduction of product lifecycle and delivery – 5 mins</a:t>
            </a:r>
          </a:p>
          <a:p>
            <a:pPr>
              <a:buFontTx/>
              <a:buChar char="-"/>
            </a:pPr>
            <a:r>
              <a:rPr lang="en-US" dirty="0"/>
              <a:t>Application of GenAI at different phases of product lifecycle -  5 mins</a:t>
            </a:r>
          </a:p>
          <a:p>
            <a:pPr>
              <a:buFontTx/>
              <a:buChar char="-"/>
            </a:pPr>
            <a:r>
              <a:rPr lang="en-US" dirty="0"/>
              <a:t>Different GenAI Implementation(RAG/</a:t>
            </a:r>
            <a:r>
              <a:rPr lang="en-US" dirty="0" err="1"/>
              <a:t>FineTuning</a:t>
            </a:r>
            <a:r>
              <a:rPr lang="en-US" dirty="0"/>
              <a:t>, Agentic) – 5 mins</a:t>
            </a:r>
          </a:p>
          <a:p>
            <a:pPr>
              <a:buFontTx/>
              <a:buChar char="-"/>
            </a:pPr>
            <a:r>
              <a:rPr lang="en-US" dirty="0"/>
              <a:t>Deep Dive 2 use cases ( Verification, Customer on-boarding) – 10 mins</a:t>
            </a:r>
          </a:p>
          <a:p>
            <a:pPr>
              <a:buFontTx/>
              <a:buChar char="-"/>
            </a:pPr>
            <a:r>
              <a:rPr lang="en-US" dirty="0"/>
              <a:t>Limitations of GenAI – 10 mins</a:t>
            </a:r>
          </a:p>
          <a:p>
            <a:pPr>
              <a:buFontTx/>
              <a:buChar char="-"/>
            </a:pPr>
            <a:r>
              <a:rPr lang="en-US" dirty="0" err="1"/>
              <a:t>QnA</a:t>
            </a:r>
            <a:r>
              <a:rPr lang="en-US" dirty="0"/>
              <a:t> – 5 mins</a:t>
            </a:r>
          </a:p>
          <a:p>
            <a:pPr>
              <a:buFontTx/>
              <a:buChar char="-"/>
            </a:pPr>
            <a:r>
              <a:rPr lang="en-US" dirty="0"/>
              <a:t>Summarize the topic – 5 mins</a:t>
            </a:r>
          </a:p>
        </p:txBody>
      </p:sp>
    </p:spTree>
    <p:extLst>
      <p:ext uri="{BB962C8B-B14F-4D97-AF65-F5344CB8AC3E}">
        <p14:creationId xmlns:p14="http://schemas.microsoft.com/office/powerpoint/2010/main" val="37831972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47F469-6336-98AD-B74D-F3CBCF24FC2D}"/>
              </a:ext>
            </a:extLst>
          </p:cNvPr>
          <p:cNvSpPr>
            <a:spLocks noGrp="1"/>
          </p:cNvSpPr>
          <p:nvPr>
            <p:ph type="title"/>
          </p:nvPr>
        </p:nvSpPr>
        <p:spPr/>
        <p:txBody>
          <a:bodyPr/>
          <a:lstStyle/>
          <a:p>
            <a:r>
              <a:rPr lang="en-US"/>
              <a:t>AI(ML) Connection</a:t>
            </a:r>
            <a:endParaRPr lang="en-US" dirty="0"/>
          </a:p>
        </p:txBody>
      </p:sp>
      <p:sp>
        <p:nvSpPr>
          <p:cNvPr id="3" name="Content Placeholder 2">
            <a:extLst>
              <a:ext uri="{FF2B5EF4-FFF2-40B4-BE49-F238E27FC236}">
                <a16:creationId xmlns:a16="http://schemas.microsoft.com/office/drawing/2014/main" id="{6AB5FA29-7DB3-419A-6AEA-8B274F61DBFE}"/>
              </a:ext>
            </a:extLst>
          </p:cNvPr>
          <p:cNvSpPr>
            <a:spLocks noGrp="1"/>
          </p:cNvSpPr>
          <p:nvPr>
            <p:ph idx="1"/>
          </p:nvPr>
        </p:nvSpPr>
        <p:spPr/>
        <p:txBody>
          <a:bodyPr/>
          <a:lstStyle/>
          <a:p>
            <a:r>
              <a:rPr lang="en-US" dirty="0"/>
              <a:t>2023 -- 11 month program from IIT Roorkee </a:t>
            </a:r>
          </a:p>
          <a:p>
            <a:r>
              <a:rPr lang="en-US" dirty="0"/>
              <a:t>2023 -- ML Project within organization to identify “fragile” fixes </a:t>
            </a:r>
          </a:p>
          <a:p>
            <a:r>
              <a:rPr lang="en-US" dirty="0"/>
              <a:t>2024 -- Co-pilot “pilot” and evaluation </a:t>
            </a:r>
          </a:p>
          <a:p>
            <a:r>
              <a:rPr lang="en-US" dirty="0"/>
              <a:t>2025 – RAG based Chatbot (for field quires) - Search</a:t>
            </a:r>
          </a:p>
          <a:p>
            <a:r>
              <a:rPr lang="en-US" dirty="0"/>
              <a:t>2025 – Integration of chatbot with MS Teams - Search</a:t>
            </a:r>
          </a:p>
          <a:p>
            <a:r>
              <a:rPr lang="en-US" dirty="0"/>
              <a:t>2025 – Knowledge creation – Technical documentation </a:t>
            </a:r>
          </a:p>
        </p:txBody>
      </p:sp>
    </p:spTree>
    <p:extLst>
      <p:ext uri="{BB962C8B-B14F-4D97-AF65-F5344CB8AC3E}">
        <p14:creationId xmlns:p14="http://schemas.microsoft.com/office/powerpoint/2010/main" val="5797275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b08d0861-2a0b-4b16-bbde-53a01a52cdf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2E37A21652629468EB5370F47C85BA4" ma:contentTypeVersion="15" ma:contentTypeDescription="Create a new document." ma:contentTypeScope="" ma:versionID="75573faa63fb38a489f5af5945e73d40">
  <xsd:schema xmlns:xsd="http://www.w3.org/2001/XMLSchema" xmlns:xs="http://www.w3.org/2001/XMLSchema" xmlns:p="http://schemas.microsoft.com/office/2006/metadata/properties" xmlns:ns3="b08d0861-2a0b-4b16-bbde-53a01a52cdf3" xmlns:ns4="cd61c925-776f-4a86-a5a3-80189300057c" targetNamespace="http://schemas.microsoft.com/office/2006/metadata/properties" ma:root="true" ma:fieldsID="6a55b147fe9ce80ad562e6ff084cca09" ns3:_="" ns4:_="">
    <xsd:import namespace="b08d0861-2a0b-4b16-bbde-53a01a52cdf3"/>
    <xsd:import namespace="cd61c925-776f-4a86-a5a3-80189300057c"/>
    <xsd:element name="properties">
      <xsd:complexType>
        <xsd:sequence>
          <xsd:element name="documentManagement">
            <xsd:complexType>
              <xsd:all>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4:SharedWithUsers" minOccurs="0"/>
                <xsd:element ref="ns4:SharedWithDetails" minOccurs="0"/>
                <xsd:element ref="ns4:SharingHintHash" minOccurs="0"/>
                <xsd:element ref="ns3:MediaServiceDateTaken" minOccurs="0"/>
                <xsd:element ref="ns3:MediaServiceLocation" minOccurs="0"/>
                <xsd:element ref="ns3:MediaLengthInSecond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08d0861-2a0b-4b16-bbde-53a01a52cdf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d61c925-776f-4a86-a5a3-80189300057c"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element name="SharingHintHash" ma:index="18"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C7C190D-60B4-4C8F-8EEC-D12564E31BFC}">
  <ds:schemaRefs>
    <ds:schemaRef ds:uri="http://schemas.microsoft.com/office/2006/documentManagement/types"/>
    <ds:schemaRef ds:uri="http://purl.org/dc/elements/1.1/"/>
    <ds:schemaRef ds:uri="http://purl.org/dc/dcmitype/"/>
    <ds:schemaRef ds:uri="http://schemas.microsoft.com/office/2006/metadata/properties"/>
    <ds:schemaRef ds:uri="http://purl.org/dc/terms/"/>
    <ds:schemaRef ds:uri="cd61c925-776f-4a86-a5a3-80189300057c"/>
    <ds:schemaRef ds:uri="http://schemas.microsoft.com/office/infopath/2007/PartnerControls"/>
    <ds:schemaRef ds:uri="http://schemas.openxmlformats.org/package/2006/metadata/core-properties"/>
    <ds:schemaRef ds:uri="b08d0861-2a0b-4b16-bbde-53a01a52cdf3"/>
    <ds:schemaRef ds:uri="http://www.w3.org/XML/1998/namespace"/>
  </ds:schemaRefs>
</ds:datastoreItem>
</file>

<file path=customXml/itemProps2.xml><?xml version="1.0" encoding="utf-8"?>
<ds:datastoreItem xmlns:ds="http://schemas.openxmlformats.org/officeDocument/2006/customXml" ds:itemID="{975B7D50-FCC4-497F-A57E-BE3213F9723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08d0861-2a0b-4b16-bbde-53a01a52cdf3"/>
    <ds:schemaRef ds:uri="cd61c925-776f-4a86-a5a3-80189300057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BA1D8FF-3118-49EA-8D1E-89670908516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Gallery</Template>
  <TotalTime>1381</TotalTime>
  <Words>1118</Words>
  <Application>Microsoft Office PowerPoint</Application>
  <PresentationFormat>Widescreen</PresentationFormat>
  <Paragraphs>132</Paragraphs>
  <Slides>18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Aptos</vt:lpstr>
      <vt:lpstr>Arial</vt:lpstr>
      <vt:lpstr>Calibri</vt:lpstr>
      <vt:lpstr>Calibri Light</vt:lpstr>
      <vt:lpstr>Google Sans</vt:lpstr>
      <vt:lpstr>Office Theme</vt:lpstr>
      <vt:lpstr>Proposal  Speaker – Agile Networks India </vt:lpstr>
      <vt:lpstr>Manish K Agarwal https://www.linkedin.com/in/manishkagarwal/ Sr. Director Technical Operation – Infinera India Pvt Ltd, Bengaluru 560025</vt:lpstr>
      <vt:lpstr>Education</vt:lpstr>
      <vt:lpstr>PowerPoint Presentation</vt:lpstr>
      <vt:lpstr>PowerPoint Presentation</vt:lpstr>
      <vt:lpstr>PowerPoint Presentation</vt:lpstr>
      <vt:lpstr>Business driven AI</vt:lpstr>
      <vt:lpstr>AI(ML) Connection</vt:lpstr>
      <vt:lpstr>My Professional Role</vt:lpstr>
      <vt:lpstr>Session Flow (for the Audience)  </vt:lpstr>
      <vt:lpstr>Session Flow (for the Audience)  </vt:lpstr>
      <vt:lpstr> The AI-Augmented Product Delivery Loop: Using Prompt Engineering &amp; RAG for Accelerated Dev and Delivery</vt:lpstr>
      <vt:lpstr>Key Takeaways</vt:lpstr>
      <vt:lpstr>PowerPoint Presentation</vt:lpstr>
      <vt:lpstr>Contacts</vt:lpstr>
      <vt:lpstr>Value to participants</vt:lpstr>
      <vt:lpstr>Delivery Plan</vt:lpstr>
      <vt:lpstr>AI(ML) Connection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Manish K Agarwal Director Technical Operation – Infinera India</dc:title>
  <dc:creator>Manish Agarwal</dc:creator>
  <cp:lastModifiedBy>Manish Agarwal (Nokia)</cp:lastModifiedBy>
  <cp:revision>48</cp:revision>
  <dcterms:created xsi:type="dcterms:W3CDTF">2023-01-09T08:21:36Z</dcterms:created>
  <dcterms:modified xsi:type="dcterms:W3CDTF">2026-01-06T07:29:23Z</dcterms:modified>
</cp:coreProperties>
</file>